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77" r:id="rId5"/>
    <p:sldId id="278" r:id="rId6"/>
    <p:sldId id="259" r:id="rId7"/>
    <p:sldId id="261" r:id="rId8"/>
    <p:sldId id="262" r:id="rId9"/>
    <p:sldId id="263" r:id="rId10"/>
    <p:sldId id="264" r:id="rId11"/>
    <p:sldId id="271" r:id="rId12"/>
    <p:sldId id="268" r:id="rId13"/>
    <p:sldId id="269" r:id="rId14"/>
    <p:sldId id="266" r:id="rId15"/>
    <p:sldId id="267" r:id="rId16"/>
    <p:sldId id="270" r:id="rId17"/>
    <p:sldId id="265" r:id="rId18"/>
    <p:sldId id="279" r:id="rId19"/>
    <p:sldId id="272" r:id="rId20"/>
    <p:sldId id="275" r:id="rId21"/>
    <p:sldId id="274" r:id="rId22"/>
    <p:sldId id="273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92D85-D607-4CF4-98CD-D447A6160721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F761E382-8CA6-429D-B668-C4FB5B90B087}">
      <dgm:prSet custT="1"/>
      <dgm:spPr/>
      <dgm:t>
        <a:bodyPr/>
        <a:lstStyle/>
        <a:p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💡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Hybrid Pipeline:</a:t>
          </a:r>
          <a:b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Combines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SimCLR (Contrastive Learning)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+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DANN (Domain Adaptation)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573DC4-0532-4236-B893-6019C4E66910}" type="parTrans" cxnId="{0C86D797-D185-4EA8-8DC1-E6BDD1CF2CCA}">
      <dgm:prSet/>
      <dgm:spPr/>
      <dgm:t>
        <a:bodyPr/>
        <a:lstStyle/>
        <a:p>
          <a:endParaRPr lang="en-IN"/>
        </a:p>
      </dgm:t>
    </dgm:pt>
    <dgm:pt modelId="{315DCA2D-DECF-45FA-9A9C-96053AC27381}" type="sibTrans" cxnId="{0C86D797-D185-4EA8-8DC1-E6BDD1CF2CCA}">
      <dgm:prSet/>
      <dgm:spPr/>
      <dgm:t>
        <a:bodyPr/>
        <a:lstStyle/>
        <a:p>
          <a:endParaRPr lang="en-IN"/>
        </a:p>
      </dgm:t>
    </dgm:pt>
    <dgm:pt modelId="{5FB6DAE4-0738-43FB-9875-2D2D72174201}">
      <dgm:prSet custT="1"/>
      <dgm:spPr/>
      <dgm:t>
        <a:bodyPr/>
        <a:lstStyle/>
        <a:p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🧠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Key Idea:</a:t>
          </a:r>
          <a:b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Learn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disease features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while suppressing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crop-specific biases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C9E8F0-DD33-4B3B-8D0F-27DFF78DDC7E}" type="parTrans" cxnId="{D77A54FA-BF4F-4E7F-89BF-485F98F30A49}">
      <dgm:prSet/>
      <dgm:spPr/>
      <dgm:t>
        <a:bodyPr/>
        <a:lstStyle/>
        <a:p>
          <a:endParaRPr lang="en-IN"/>
        </a:p>
      </dgm:t>
    </dgm:pt>
    <dgm:pt modelId="{7FABC2E6-EEEC-49D5-BADB-B8EFAD0CDC27}" type="sibTrans" cxnId="{D77A54FA-BF4F-4E7F-89BF-485F98F30A49}">
      <dgm:prSet/>
      <dgm:spPr/>
      <dgm:t>
        <a:bodyPr/>
        <a:lstStyle/>
        <a:p>
          <a:endParaRPr lang="en-IN"/>
        </a:p>
      </dgm:t>
    </dgm:pt>
    <dgm:pt modelId="{729DE7F6-A97C-4A56-BBA3-1F3AEE4CE9FA}">
      <dgm:prSet custT="1"/>
      <dgm:spPr/>
      <dgm:t>
        <a:bodyPr/>
        <a:lstStyle/>
        <a:p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📈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Benefits:</a:t>
          </a:r>
          <a:b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Low crop leakage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embeddings</a:t>
          </a:r>
          <a:b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Strong disease separability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224230-486F-4525-9C72-3FE8352041A5}" type="parTrans" cxnId="{F9540726-10DB-4994-8C64-20DEB0A9E1EF}">
      <dgm:prSet/>
      <dgm:spPr/>
      <dgm:t>
        <a:bodyPr/>
        <a:lstStyle/>
        <a:p>
          <a:endParaRPr lang="en-IN"/>
        </a:p>
      </dgm:t>
    </dgm:pt>
    <dgm:pt modelId="{684BC4B8-C28C-45BC-A1FB-300AF4784861}" type="sibTrans" cxnId="{F9540726-10DB-4994-8C64-20DEB0A9E1EF}">
      <dgm:prSet/>
      <dgm:spPr/>
      <dgm:t>
        <a:bodyPr/>
        <a:lstStyle/>
        <a:p>
          <a:endParaRPr lang="en-IN"/>
        </a:p>
      </dgm:t>
    </dgm:pt>
    <dgm:pt modelId="{579D9AD5-CA78-45C3-B9AA-65B9B68AC62D}">
      <dgm:prSet custT="1"/>
      <dgm:spPr/>
      <dgm:t>
        <a:bodyPr/>
        <a:lstStyle/>
        <a:p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🚀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Outcome:</a:t>
          </a:r>
          <a:b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Better generalization across crops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— ideal for real-world plant diagnostics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B50C46-09BF-4916-9748-5D8FA3359D45}" type="parTrans" cxnId="{70554896-629D-4B32-BEE7-6D33409207CC}">
      <dgm:prSet/>
      <dgm:spPr/>
      <dgm:t>
        <a:bodyPr/>
        <a:lstStyle/>
        <a:p>
          <a:endParaRPr lang="en-IN"/>
        </a:p>
      </dgm:t>
    </dgm:pt>
    <dgm:pt modelId="{EB4E5AEE-250C-4753-9BB9-F62B04ACCF55}" type="sibTrans" cxnId="{70554896-629D-4B32-BEE7-6D33409207CC}">
      <dgm:prSet/>
      <dgm:spPr/>
      <dgm:t>
        <a:bodyPr/>
        <a:lstStyle/>
        <a:p>
          <a:endParaRPr lang="en-IN"/>
        </a:p>
      </dgm:t>
    </dgm:pt>
    <dgm:pt modelId="{D5234BBF-5517-4010-8F12-F74F482D8AC0}" type="pres">
      <dgm:prSet presAssocID="{67292D85-D607-4CF4-98CD-D447A6160721}" presName="Name0" presStyleCnt="0">
        <dgm:presLayoutVars>
          <dgm:dir/>
          <dgm:animLvl val="lvl"/>
          <dgm:resizeHandles val="exact"/>
        </dgm:presLayoutVars>
      </dgm:prSet>
      <dgm:spPr/>
    </dgm:pt>
    <dgm:pt modelId="{A793014A-479A-4001-86BF-D6CEE91D61BF}" type="pres">
      <dgm:prSet presAssocID="{F761E382-8CA6-429D-B668-C4FB5B90B087}" presName="linNode" presStyleCnt="0"/>
      <dgm:spPr/>
    </dgm:pt>
    <dgm:pt modelId="{6EF9619A-868C-4F73-8CD4-ED00A40FC123}" type="pres">
      <dgm:prSet presAssocID="{F761E382-8CA6-429D-B668-C4FB5B90B087}" presName="parentText" presStyleLbl="node1" presStyleIdx="0" presStyleCnt="4" custScaleX="182316">
        <dgm:presLayoutVars>
          <dgm:chMax val="1"/>
          <dgm:bulletEnabled val="1"/>
        </dgm:presLayoutVars>
      </dgm:prSet>
      <dgm:spPr/>
    </dgm:pt>
    <dgm:pt modelId="{DEE8536E-BC2F-4EA6-AA7A-A3CC630EEA7C}" type="pres">
      <dgm:prSet presAssocID="{315DCA2D-DECF-45FA-9A9C-96053AC27381}" presName="sp" presStyleCnt="0"/>
      <dgm:spPr/>
    </dgm:pt>
    <dgm:pt modelId="{CCFA1DAF-D734-4CAE-813C-D76A6B8C5FE7}" type="pres">
      <dgm:prSet presAssocID="{5FB6DAE4-0738-43FB-9875-2D2D72174201}" presName="linNode" presStyleCnt="0"/>
      <dgm:spPr/>
    </dgm:pt>
    <dgm:pt modelId="{2D62C248-4502-4F74-A853-A19999986549}" type="pres">
      <dgm:prSet presAssocID="{5FB6DAE4-0738-43FB-9875-2D2D72174201}" presName="parentText" presStyleLbl="node1" presStyleIdx="1" presStyleCnt="4" custScaleX="183760">
        <dgm:presLayoutVars>
          <dgm:chMax val="1"/>
          <dgm:bulletEnabled val="1"/>
        </dgm:presLayoutVars>
      </dgm:prSet>
      <dgm:spPr/>
    </dgm:pt>
    <dgm:pt modelId="{5879F624-06DC-4A71-A023-08EE7AB9F30E}" type="pres">
      <dgm:prSet presAssocID="{7FABC2E6-EEEC-49D5-BADB-B8EFAD0CDC27}" presName="sp" presStyleCnt="0"/>
      <dgm:spPr/>
    </dgm:pt>
    <dgm:pt modelId="{996E193D-5505-44EF-8E18-1BAD3C081EDD}" type="pres">
      <dgm:prSet presAssocID="{729DE7F6-A97C-4A56-BBA3-1F3AEE4CE9FA}" presName="linNode" presStyleCnt="0"/>
      <dgm:spPr/>
    </dgm:pt>
    <dgm:pt modelId="{02DF55BA-F06C-4BC0-96C6-0A61807FE75E}" type="pres">
      <dgm:prSet presAssocID="{729DE7F6-A97C-4A56-BBA3-1F3AEE4CE9FA}" presName="parentText" presStyleLbl="node1" presStyleIdx="2" presStyleCnt="4" custScaleX="184130">
        <dgm:presLayoutVars>
          <dgm:chMax val="1"/>
          <dgm:bulletEnabled val="1"/>
        </dgm:presLayoutVars>
      </dgm:prSet>
      <dgm:spPr/>
    </dgm:pt>
    <dgm:pt modelId="{7AD16EA5-D701-481F-8D82-2AEBEE68921B}" type="pres">
      <dgm:prSet presAssocID="{684BC4B8-C28C-45BC-A1FB-300AF4784861}" presName="sp" presStyleCnt="0"/>
      <dgm:spPr/>
    </dgm:pt>
    <dgm:pt modelId="{FDEB5939-4F54-4286-AF82-A1A289EF0560}" type="pres">
      <dgm:prSet presAssocID="{579D9AD5-CA78-45C3-B9AA-65B9B68AC62D}" presName="linNode" presStyleCnt="0"/>
      <dgm:spPr/>
    </dgm:pt>
    <dgm:pt modelId="{D07BDAFA-B5D9-4ECB-BBB2-7B85F6D05C4C}" type="pres">
      <dgm:prSet presAssocID="{579D9AD5-CA78-45C3-B9AA-65B9B68AC62D}" presName="parentText" presStyleLbl="node1" presStyleIdx="3" presStyleCnt="4" custScaleX="184712">
        <dgm:presLayoutVars>
          <dgm:chMax val="1"/>
          <dgm:bulletEnabled val="1"/>
        </dgm:presLayoutVars>
      </dgm:prSet>
      <dgm:spPr/>
    </dgm:pt>
  </dgm:ptLst>
  <dgm:cxnLst>
    <dgm:cxn modelId="{F9540726-10DB-4994-8C64-20DEB0A9E1EF}" srcId="{67292D85-D607-4CF4-98CD-D447A6160721}" destId="{729DE7F6-A97C-4A56-BBA3-1F3AEE4CE9FA}" srcOrd="2" destOrd="0" parTransId="{B9224230-486F-4525-9C72-3FE8352041A5}" sibTransId="{684BC4B8-C28C-45BC-A1FB-300AF4784861}"/>
    <dgm:cxn modelId="{EB4CF644-D19C-4FA7-9049-1D2C7E2A4975}" type="presOf" srcId="{5FB6DAE4-0738-43FB-9875-2D2D72174201}" destId="{2D62C248-4502-4F74-A853-A19999986549}" srcOrd="0" destOrd="0" presId="urn:microsoft.com/office/officeart/2005/8/layout/vList5"/>
    <dgm:cxn modelId="{30DF8950-CDA9-4F9E-A6DF-4EF9A9D7F1E6}" type="presOf" srcId="{579D9AD5-CA78-45C3-B9AA-65B9B68AC62D}" destId="{D07BDAFA-B5D9-4ECB-BBB2-7B85F6D05C4C}" srcOrd="0" destOrd="0" presId="urn:microsoft.com/office/officeart/2005/8/layout/vList5"/>
    <dgm:cxn modelId="{AE35FB95-ED2D-4CD6-ABDC-FB81B9F8C84E}" type="presOf" srcId="{729DE7F6-A97C-4A56-BBA3-1F3AEE4CE9FA}" destId="{02DF55BA-F06C-4BC0-96C6-0A61807FE75E}" srcOrd="0" destOrd="0" presId="urn:microsoft.com/office/officeart/2005/8/layout/vList5"/>
    <dgm:cxn modelId="{70554896-629D-4B32-BEE7-6D33409207CC}" srcId="{67292D85-D607-4CF4-98CD-D447A6160721}" destId="{579D9AD5-CA78-45C3-B9AA-65B9B68AC62D}" srcOrd="3" destOrd="0" parTransId="{4BB50C46-09BF-4916-9748-5D8FA3359D45}" sibTransId="{EB4E5AEE-250C-4753-9BB9-F62B04ACCF55}"/>
    <dgm:cxn modelId="{0C86D797-D185-4EA8-8DC1-E6BDD1CF2CCA}" srcId="{67292D85-D607-4CF4-98CD-D447A6160721}" destId="{F761E382-8CA6-429D-B668-C4FB5B90B087}" srcOrd="0" destOrd="0" parTransId="{E5573DC4-0532-4236-B893-6019C4E66910}" sibTransId="{315DCA2D-DECF-45FA-9A9C-96053AC27381}"/>
    <dgm:cxn modelId="{BF8D00AE-2C90-42A1-9C1A-EDD24D7D2316}" type="presOf" srcId="{67292D85-D607-4CF4-98CD-D447A6160721}" destId="{D5234BBF-5517-4010-8F12-F74F482D8AC0}" srcOrd="0" destOrd="0" presId="urn:microsoft.com/office/officeart/2005/8/layout/vList5"/>
    <dgm:cxn modelId="{3957E8F9-AFA1-4275-94DF-5F958996A89C}" type="presOf" srcId="{F761E382-8CA6-429D-B668-C4FB5B90B087}" destId="{6EF9619A-868C-4F73-8CD4-ED00A40FC123}" srcOrd="0" destOrd="0" presId="urn:microsoft.com/office/officeart/2005/8/layout/vList5"/>
    <dgm:cxn modelId="{D77A54FA-BF4F-4E7F-89BF-485F98F30A49}" srcId="{67292D85-D607-4CF4-98CD-D447A6160721}" destId="{5FB6DAE4-0738-43FB-9875-2D2D72174201}" srcOrd="1" destOrd="0" parTransId="{06C9E8F0-DD33-4B3B-8D0F-27DFF78DDC7E}" sibTransId="{7FABC2E6-EEEC-49D5-BADB-B8EFAD0CDC27}"/>
    <dgm:cxn modelId="{3A91B696-13B3-4F03-A82D-2F18D3F1497E}" type="presParOf" srcId="{D5234BBF-5517-4010-8F12-F74F482D8AC0}" destId="{A793014A-479A-4001-86BF-D6CEE91D61BF}" srcOrd="0" destOrd="0" presId="urn:microsoft.com/office/officeart/2005/8/layout/vList5"/>
    <dgm:cxn modelId="{9993D5AE-94F6-4F70-A20F-CCF29D86E20B}" type="presParOf" srcId="{A793014A-479A-4001-86BF-D6CEE91D61BF}" destId="{6EF9619A-868C-4F73-8CD4-ED00A40FC123}" srcOrd="0" destOrd="0" presId="urn:microsoft.com/office/officeart/2005/8/layout/vList5"/>
    <dgm:cxn modelId="{9A5EDE1B-5FEE-49D4-A37C-3794B34033E5}" type="presParOf" srcId="{D5234BBF-5517-4010-8F12-F74F482D8AC0}" destId="{DEE8536E-BC2F-4EA6-AA7A-A3CC630EEA7C}" srcOrd="1" destOrd="0" presId="urn:microsoft.com/office/officeart/2005/8/layout/vList5"/>
    <dgm:cxn modelId="{53D0C238-5E5A-4844-8AFF-BAABCB897625}" type="presParOf" srcId="{D5234BBF-5517-4010-8F12-F74F482D8AC0}" destId="{CCFA1DAF-D734-4CAE-813C-D76A6B8C5FE7}" srcOrd="2" destOrd="0" presId="urn:microsoft.com/office/officeart/2005/8/layout/vList5"/>
    <dgm:cxn modelId="{4E9ACA18-F66A-4957-8812-E3F753E0110D}" type="presParOf" srcId="{CCFA1DAF-D734-4CAE-813C-D76A6B8C5FE7}" destId="{2D62C248-4502-4F74-A853-A19999986549}" srcOrd="0" destOrd="0" presId="urn:microsoft.com/office/officeart/2005/8/layout/vList5"/>
    <dgm:cxn modelId="{E728193E-C142-4B68-82C1-87458738A3D0}" type="presParOf" srcId="{D5234BBF-5517-4010-8F12-F74F482D8AC0}" destId="{5879F624-06DC-4A71-A023-08EE7AB9F30E}" srcOrd="3" destOrd="0" presId="urn:microsoft.com/office/officeart/2005/8/layout/vList5"/>
    <dgm:cxn modelId="{DAE83CA5-A54A-4CF9-96A6-D53EC894A16A}" type="presParOf" srcId="{D5234BBF-5517-4010-8F12-F74F482D8AC0}" destId="{996E193D-5505-44EF-8E18-1BAD3C081EDD}" srcOrd="4" destOrd="0" presId="urn:microsoft.com/office/officeart/2005/8/layout/vList5"/>
    <dgm:cxn modelId="{E0F03265-B62E-4680-8780-03981722E67F}" type="presParOf" srcId="{996E193D-5505-44EF-8E18-1BAD3C081EDD}" destId="{02DF55BA-F06C-4BC0-96C6-0A61807FE75E}" srcOrd="0" destOrd="0" presId="urn:microsoft.com/office/officeart/2005/8/layout/vList5"/>
    <dgm:cxn modelId="{E00ABB49-51BF-4F5D-84F7-3F66AFF4F62D}" type="presParOf" srcId="{D5234BBF-5517-4010-8F12-F74F482D8AC0}" destId="{7AD16EA5-D701-481F-8D82-2AEBEE68921B}" srcOrd="5" destOrd="0" presId="urn:microsoft.com/office/officeart/2005/8/layout/vList5"/>
    <dgm:cxn modelId="{9BBFE040-D598-4CB2-BE9C-4C57895C1702}" type="presParOf" srcId="{D5234BBF-5517-4010-8F12-F74F482D8AC0}" destId="{FDEB5939-4F54-4286-AF82-A1A289EF0560}" srcOrd="6" destOrd="0" presId="urn:microsoft.com/office/officeart/2005/8/layout/vList5"/>
    <dgm:cxn modelId="{52BD1924-FDEE-43D2-9133-B9CE4C7B691E}" type="presParOf" srcId="{FDEB5939-4F54-4286-AF82-A1A289EF0560}" destId="{D07BDAFA-B5D9-4ECB-BBB2-7B85F6D05C4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874C58-6754-44D3-B7D8-49603ED93887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2E6EB9FC-606B-4109-A1F8-55C2F0B722AE}">
      <dgm:prSet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Crop-specific visual bias in disease features</a:t>
          </a:r>
        </a:p>
      </dgm:t>
    </dgm:pt>
    <dgm:pt modelId="{D056EA49-7FC1-40B1-8291-70416ABBB743}" type="parTrans" cxnId="{46DB9C6B-710A-4631-876E-BE3DE4E19C5B}">
      <dgm:prSet/>
      <dgm:spPr/>
      <dgm:t>
        <a:bodyPr/>
        <a:lstStyle/>
        <a:p>
          <a:endParaRPr lang="en-IN"/>
        </a:p>
      </dgm:t>
    </dgm:pt>
    <dgm:pt modelId="{B4B6111E-DEB4-4BCA-AEC4-A3842A20CB18}" type="sibTrans" cxnId="{46DB9C6B-710A-4631-876E-BE3DE4E19C5B}">
      <dgm:prSet/>
      <dgm:spPr/>
      <dgm:t>
        <a:bodyPr/>
        <a:lstStyle/>
        <a:p>
          <a:endParaRPr lang="en-IN"/>
        </a:p>
      </dgm:t>
    </dgm:pt>
    <dgm:pt modelId="{9F234A59-2CBA-41A4-AFF9-63CD9198AFE1}">
      <dgm:prSet/>
      <dgm:spPr/>
      <dgm:t>
        <a:bodyPr/>
        <a:lstStyle/>
        <a:p>
          <a:pPr>
            <a:buNone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Overfitting to crop cues instead of disease symptoms</a:t>
          </a:r>
        </a:p>
      </dgm:t>
    </dgm:pt>
    <dgm:pt modelId="{A762438C-F253-4E9C-AE76-C29BFD839B57}" type="parTrans" cxnId="{04CC60C8-7685-4AB0-BC2F-958375A9D02C}">
      <dgm:prSet/>
      <dgm:spPr/>
      <dgm:t>
        <a:bodyPr/>
        <a:lstStyle/>
        <a:p>
          <a:endParaRPr lang="en-IN"/>
        </a:p>
      </dgm:t>
    </dgm:pt>
    <dgm:pt modelId="{39F537CB-005E-41DA-BB39-30E8B1F2B5F4}" type="sibTrans" cxnId="{04CC60C8-7685-4AB0-BC2F-958375A9D02C}">
      <dgm:prSet/>
      <dgm:spPr/>
      <dgm:t>
        <a:bodyPr/>
        <a:lstStyle/>
        <a:p>
          <a:endParaRPr lang="en-IN"/>
        </a:p>
      </dgm:t>
    </dgm:pt>
    <dgm:pt modelId="{4D322EB4-67D6-4414-964A-23DE4DAB5D84}">
      <dgm:prSet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Domain shift across different crops</a:t>
          </a:r>
        </a:p>
      </dgm:t>
    </dgm:pt>
    <dgm:pt modelId="{BD6C938E-E379-429C-A046-643F0A189977}" type="parTrans" cxnId="{62EAFEF2-6A2F-4E06-8752-741A5D9507AA}">
      <dgm:prSet/>
      <dgm:spPr/>
      <dgm:t>
        <a:bodyPr/>
        <a:lstStyle/>
        <a:p>
          <a:endParaRPr lang="en-IN"/>
        </a:p>
      </dgm:t>
    </dgm:pt>
    <dgm:pt modelId="{C30A4D53-CBD1-4D09-8D03-B4F206894A68}" type="sibTrans" cxnId="{62EAFEF2-6A2F-4E06-8752-741A5D9507AA}">
      <dgm:prSet/>
      <dgm:spPr/>
      <dgm:t>
        <a:bodyPr/>
        <a:lstStyle/>
        <a:p>
          <a:endParaRPr lang="en-IN"/>
        </a:p>
      </dgm:t>
    </dgm:pt>
    <dgm:pt modelId="{A466D3F3-26C3-4216-85D3-0A1DEB9FC5E0}">
      <dgm:prSet/>
      <dgm:spPr/>
      <dgm:t>
        <a:bodyPr/>
        <a:lstStyle/>
        <a:p>
          <a:pPr>
            <a:buNone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Poor generalization of disease features</a:t>
          </a:r>
        </a:p>
      </dgm:t>
    </dgm:pt>
    <dgm:pt modelId="{D58832E4-C3B4-422A-B57A-3C44EFB80569}" type="parTrans" cxnId="{466DB65B-F08F-4AD7-B1CA-3E97B1136C72}">
      <dgm:prSet/>
      <dgm:spPr/>
      <dgm:t>
        <a:bodyPr/>
        <a:lstStyle/>
        <a:p>
          <a:endParaRPr lang="en-IN"/>
        </a:p>
      </dgm:t>
    </dgm:pt>
    <dgm:pt modelId="{F5F2D55C-EA6E-43D1-896B-E9152CC5DF87}" type="sibTrans" cxnId="{466DB65B-F08F-4AD7-B1CA-3E97B1136C72}">
      <dgm:prSet/>
      <dgm:spPr/>
      <dgm:t>
        <a:bodyPr/>
        <a:lstStyle/>
        <a:p>
          <a:endParaRPr lang="en-IN"/>
        </a:p>
      </dgm:t>
    </dgm:pt>
    <dgm:pt modelId="{D2EFA99A-1F46-4043-B103-66217516972C}">
      <dgm:prSet/>
      <dgm:spPr/>
      <dgm:t>
        <a:bodyPr/>
        <a:lstStyle/>
        <a:p>
          <a:pPr>
            <a:buNone/>
          </a:pP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Imbalanced crop-disease distributions</a:t>
          </a:r>
        </a:p>
      </dgm:t>
    </dgm:pt>
    <dgm:pt modelId="{13FF4789-B764-44E3-95B8-45EB8B0BC10C}" type="parTrans" cxnId="{C1A9EF85-AC7C-4BD3-8AEB-1CBDFDAC864D}">
      <dgm:prSet/>
      <dgm:spPr/>
      <dgm:t>
        <a:bodyPr/>
        <a:lstStyle/>
        <a:p>
          <a:endParaRPr lang="en-IN"/>
        </a:p>
      </dgm:t>
    </dgm:pt>
    <dgm:pt modelId="{77EA91BD-1D17-4933-84FD-70BEA49276BA}" type="sibTrans" cxnId="{C1A9EF85-AC7C-4BD3-8AEB-1CBDFDAC864D}">
      <dgm:prSet/>
      <dgm:spPr/>
      <dgm:t>
        <a:bodyPr/>
        <a:lstStyle/>
        <a:p>
          <a:endParaRPr lang="en-IN"/>
        </a:p>
      </dgm:t>
    </dgm:pt>
    <dgm:pt modelId="{0F4997CD-2F2B-4751-9F1E-DA374BC5269D}">
      <dgm:prSet/>
      <dgm:spPr/>
      <dgm:t>
        <a:bodyPr/>
        <a:lstStyle/>
        <a:p>
          <a:pPr>
            <a:buNone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High intra-class variability in disease appearance</a:t>
          </a:r>
        </a:p>
      </dgm:t>
    </dgm:pt>
    <dgm:pt modelId="{486E8C2D-6AB6-44BD-9EEA-0391018063C3}" type="parTrans" cxnId="{6757BCB9-93CD-45D4-8C6A-7862CA10BB34}">
      <dgm:prSet/>
      <dgm:spPr/>
      <dgm:t>
        <a:bodyPr/>
        <a:lstStyle/>
        <a:p>
          <a:endParaRPr lang="en-IN"/>
        </a:p>
      </dgm:t>
    </dgm:pt>
    <dgm:pt modelId="{CEFCF733-0069-4BD8-96FB-72754ED40BA4}" type="sibTrans" cxnId="{6757BCB9-93CD-45D4-8C6A-7862CA10BB34}">
      <dgm:prSet/>
      <dgm:spPr/>
      <dgm:t>
        <a:bodyPr/>
        <a:lstStyle/>
        <a:p>
          <a:endParaRPr lang="en-IN"/>
        </a:p>
      </dgm:t>
    </dgm:pt>
    <dgm:pt modelId="{1254C4F6-0F0D-416F-8431-EF32917A8B8A}">
      <dgm:prSet/>
      <dgm:spPr/>
      <dgm:t>
        <a:bodyPr/>
        <a:lstStyle/>
        <a:p>
          <a:pPr>
            <a:buNone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Lack of standard metric to assess crop-invariance</a:t>
          </a:r>
        </a:p>
      </dgm:t>
    </dgm:pt>
    <dgm:pt modelId="{C608CB73-7FBF-4C4A-B658-7ACF1AE483E4}" type="parTrans" cxnId="{8D0B7522-1F92-4A86-9977-8B51BD3513AB}">
      <dgm:prSet/>
      <dgm:spPr/>
      <dgm:t>
        <a:bodyPr/>
        <a:lstStyle/>
        <a:p>
          <a:endParaRPr lang="en-IN"/>
        </a:p>
      </dgm:t>
    </dgm:pt>
    <dgm:pt modelId="{BF738371-1AB2-4D38-B85A-CC9CF9787635}" type="sibTrans" cxnId="{8D0B7522-1F92-4A86-9977-8B51BD3513AB}">
      <dgm:prSet/>
      <dgm:spPr/>
      <dgm:t>
        <a:bodyPr/>
        <a:lstStyle/>
        <a:p>
          <a:endParaRPr lang="en-IN"/>
        </a:p>
      </dgm:t>
    </dgm:pt>
    <dgm:pt modelId="{20DE78B0-BCB6-442D-80EF-B27433C09EE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Requires specialized learning strategies (e.g., DANN, SimCLR)</a:t>
          </a:r>
        </a:p>
      </dgm:t>
    </dgm:pt>
    <dgm:pt modelId="{19B9228C-35F5-4B97-ACFD-D3761284AE50}" type="parTrans" cxnId="{E6830406-E02A-467A-854F-97DC5502B20A}">
      <dgm:prSet/>
      <dgm:spPr/>
      <dgm:t>
        <a:bodyPr/>
        <a:lstStyle/>
        <a:p>
          <a:endParaRPr lang="en-IN"/>
        </a:p>
      </dgm:t>
    </dgm:pt>
    <dgm:pt modelId="{CB93ED98-5E78-4963-A67C-8987C494E812}" type="sibTrans" cxnId="{E6830406-E02A-467A-854F-97DC5502B20A}">
      <dgm:prSet/>
      <dgm:spPr/>
      <dgm:t>
        <a:bodyPr/>
        <a:lstStyle/>
        <a:p>
          <a:endParaRPr lang="en-IN"/>
        </a:p>
      </dgm:t>
    </dgm:pt>
    <dgm:pt modelId="{2E8B65A7-B81E-4506-B9D6-E2783C1548A7}" type="pres">
      <dgm:prSet presAssocID="{AF874C58-6754-44D3-B7D8-49603ED93887}" presName="diagram" presStyleCnt="0">
        <dgm:presLayoutVars>
          <dgm:dir/>
          <dgm:resizeHandles val="exact"/>
        </dgm:presLayoutVars>
      </dgm:prSet>
      <dgm:spPr/>
    </dgm:pt>
    <dgm:pt modelId="{CFF4AD30-0644-460B-8AF9-CE2D21FE81B4}" type="pres">
      <dgm:prSet presAssocID="{2E6EB9FC-606B-4109-A1F8-55C2F0B722AE}" presName="node" presStyleLbl="node1" presStyleIdx="0" presStyleCnt="8">
        <dgm:presLayoutVars>
          <dgm:bulletEnabled val="1"/>
        </dgm:presLayoutVars>
      </dgm:prSet>
      <dgm:spPr/>
    </dgm:pt>
    <dgm:pt modelId="{8DA04B71-A24D-4A79-BB13-533A9C8C6682}" type="pres">
      <dgm:prSet presAssocID="{B4B6111E-DEB4-4BCA-AEC4-A3842A20CB18}" presName="sibTrans" presStyleCnt="0"/>
      <dgm:spPr/>
    </dgm:pt>
    <dgm:pt modelId="{AE8EE77F-E713-48B2-AF33-CF3A8ED8FC32}" type="pres">
      <dgm:prSet presAssocID="{9F234A59-2CBA-41A4-AFF9-63CD9198AFE1}" presName="node" presStyleLbl="node1" presStyleIdx="1" presStyleCnt="8">
        <dgm:presLayoutVars>
          <dgm:bulletEnabled val="1"/>
        </dgm:presLayoutVars>
      </dgm:prSet>
      <dgm:spPr/>
    </dgm:pt>
    <dgm:pt modelId="{57D90BED-FA65-4481-875D-929F31356842}" type="pres">
      <dgm:prSet presAssocID="{39F537CB-005E-41DA-BB39-30E8B1F2B5F4}" presName="sibTrans" presStyleCnt="0"/>
      <dgm:spPr/>
    </dgm:pt>
    <dgm:pt modelId="{6DE01F1A-766E-45FA-8329-05A46CDE4F18}" type="pres">
      <dgm:prSet presAssocID="{4D322EB4-67D6-4414-964A-23DE4DAB5D84}" presName="node" presStyleLbl="node1" presStyleIdx="2" presStyleCnt="8">
        <dgm:presLayoutVars>
          <dgm:bulletEnabled val="1"/>
        </dgm:presLayoutVars>
      </dgm:prSet>
      <dgm:spPr/>
    </dgm:pt>
    <dgm:pt modelId="{56A1BCFC-4B43-44A0-8CE6-CDF89369E5A7}" type="pres">
      <dgm:prSet presAssocID="{C30A4D53-CBD1-4D09-8D03-B4F206894A68}" presName="sibTrans" presStyleCnt="0"/>
      <dgm:spPr/>
    </dgm:pt>
    <dgm:pt modelId="{D10B92B9-48E0-4BF5-AE4D-4590413D6A31}" type="pres">
      <dgm:prSet presAssocID="{A466D3F3-26C3-4216-85D3-0A1DEB9FC5E0}" presName="node" presStyleLbl="node1" presStyleIdx="3" presStyleCnt="8">
        <dgm:presLayoutVars>
          <dgm:bulletEnabled val="1"/>
        </dgm:presLayoutVars>
      </dgm:prSet>
      <dgm:spPr/>
    </dgm:pt>
    <dgm:pt modelId="{E265E69A-46C5-4FF1-BB5E-E1F2DD9DE046}" type="pres">
      <dgm:prSet presAssocID="{F5F2D55C-EA6E-43D1-896B-E9152CC5DF87}" presName="sibTrans" presStyleCnt="0"/>
      <dgm:spPr/>
    </dgm:pt>
    <dgm:pt modelId="{6EA3AB4E-B36B-4495-A448-0D223BE2BBC7}" type="pres">
      <dgm:prSet presAssocID="{D2EFA99A-1F46-4043-B103-66217516972C}" presName="node" presStyleLbl="node1" presStyleIdx="4" presStyleCnt="8">
        <dgm:presLayoutVars>
          <dgm:bulletEnabled val="1"/>
        </dgm:presLayoutVars>
      </dgm:prSet>
      <dgm:spPr/>
    </dgm:pt>
    <dgm:pt modelId="{FBDE22F9-B2A9-4174-B846-F9ADFBB5A0F3}" type="pres">
      <dgm:prSet presAssocID="{77EA91BD-1D17-4933-84FD-70BEA49276BA}" presName="sibTrans" presStyleCnt="0"/>
      <dgm:spPr/>
    </dgm:pt>
    <dgm:pt modelId="{5180EA84-693B-47BC-A62B-7AC87C4CCB1A}" type="pres">
      <dgm:prSet presAssocID="{0F4997CD-2F2B-4751-9F1E-DA374BC5269D}" presName="node" presStyleLbl="node1" presStyleIdx="5" presStyleCnt="8">
        <dgm:presLayoutVars>
          <dgm:bulletEnabled val="1"/>
        </dgm:presLayoutVars>
      </dgm:prSet>
      <dgm:spPr/>
    </dgm:pt>
    <dgm:pt modelId="{7212A4C4-D5F1-4292-A09F-5EB6ABC17815}" type="pres">
      <dgm:prSet presAssocID="{CEFCF733-0069-4BD8-96FB-72754ED40BA4}" presName="sibTrans" presStyleCnt="0"/>
      <dgm:spPr/>
    </dgm:pt>
    <dgm:pt modelId="{16AFC82D-77AD-4CC9-94B3-02287D887F8E}" type="pres">
      <dgm:prSet presAssocID="{1254C4F6-0F0D-416F-8431-EF32917A8B8A}" presName="node" presStyleLbl="node1" presStyleIdx="6" presStyleCnt="8">
        <dgm:presLayoutVars>
          <dgm:bulletEnabled val="1"/>
        </dgm:presLayoutVars>
      </dgm:prSet>
      <dgm:spPr/>
    </dgm:pt>
    <dgm:pt modelId="{7BE61D64-F6CC-49B6-BAE1-28ED45F9036E}" type="pres">
      <dgm:prSet presAssocID="{BF738371-1AB2-4D38-B85A-CC9CF9787635}" presName="sibTrans" presStyleCnt="0"/>
      <dgm:spPr/>
    </dgm:pt>
    <dgm:pt modelId="{572A9E36-D09B-4B0E-84FA-D64AD03AE260}" type="pres">
      <dgm:prSet presAssocID="{20DE78B0-BCB6-442D-80EF-B27433C09EE1}" presName="node" presStyleLbl="node1" presStyleIdx="7" presStyleCnt="8">
        <dgm:presLayoutVars>
          <dgm:bulletEnabled val="1"/>
        </dgm:presLayoutVars>
      </dgm:prSet>
      <dgm:spPr/>
    </dgm:pt>
  </dgm:ptLst>
  <dgm:cxnLst>
    <dgm:cxn modelId="{E6830406-E02A-467A-854F-97DC5502B20A}" srcId="{AF874C58-6754-44D3-B7D8-49603ED93887}" destId="{20DE78B0-BCB6-442D-80EF-B27433C09EE1}" srcOrd="7" destOrd="0" parTransId="{19B9228C-35F5-4B97-ACFD-D3761284AE50}" sibTransId="{CB93ED98-5E78-4963-A67C-8987C494E812}"/>
    <dgm:cxn modelId="{8D0B7522-1F92-4A86-9977-8B51BD3513AB}" srcId="{AF874C58-6754-44D3-B7D8-49603ED93887}" destId="{1254C4F6-0F0D-416F-8431-EF32917A8B8A}" srcOrd="6" destOrd="0" parTransId="{C608CB73-7FBF-4C4A-B658-7ACF1AE483E4}" sibTransId="{BF738371-1AB2-4D38-B85A-CC9CF9787635}"/>
    <dgm:cxn modelId="{BCB9C12C-C929-4729-96EA-E1B25D2CA45E}" type="presOf" srcId="{AF874C58-6754-44D3-B7D8-49603ED93887}" destId="{2E8B65A7-B81E-4506-B9D6-E2783C1548A7}" srcOrd="0" destOrd="0" presId="urn:microsoft.com/office/officeart/2005/8/layout/default"/>
    <dgm:cxn modelId="{36EB5E34-3C42-4D2D-9E06-7A76D246A4DE}" type="presOf" srcId="{4D322EB4-67D6-4414-964A-23DE4DAB5D84}" destId="{6DE01F1A-766E-45FA-8329-05A46CDE4F18}" srcOrd="0" destOrd="0" presId="urn:microsoft.com/office/officeart/2005/8/layout/default"/>
    <dgm:cxn modelId="{466DB65B-F08F-4AD7-B1CA-3E97B1136C72}" srcId="{AF874C58-6754-44D3-B7D8-49603ED93887}" destId="{A466D3F3-26C3-4216-85D3-0A1DEB9FC5E0}" srcOrd="3" destOrd="0" parTransId="{D58832E4-C3B4-422A-B57A-3C44EFB80569}" sibTransId="{F5F2D55C-EA6E-43D1-896B-E9152CC5DF87}"/>
    <dgm:cxn modelId="{0273744A-2D2B-4984-A059-885B36ADD8FA}" type="presOf" srcId="{D2EFA99A-1F46-4043-B103-66217516972C}" destId="{6EA3AB4E-B36B-4495-A448-0D223BE2BBC7}" srcOrd="0" destOrd="0" presId="urn:microsoft.com/office/officeart/2005/8/layout/default"/>
    <dgm:cxn modelId="{46DB9C6B-710A-4631-876E-BE3DE4E19C5B}" srcId="{AF874C58-6754-44D3-B7D8-49603ED93887}" destId="{2E6EB9FC-606B-4109-A1F8-55C2F0B722AE}" srcOrd="0" destOrd="0" parTransId="{D056EA49-7FC1-40B1-8291-70416ABBB743}" sibTransId="{B4B6111E-DEB4-4BCA-AEC4-A3842A20CB18}"/>
    <dgm:cxn modelId="{D953644F-B1BB-42FA-BDBE-31573C15094E}" type="presOf" srcId="{1254C4F6-0F0D-416F-8431-EF32917A8B8A}" destId="{16AFC82D-77AD-4CC9-94B3-02287D887F8E}" srcOrd="0" destOrd="0" presId="urn:microsoft.com/office/officeart/2005/8/layout/default"/>
    <dgm:cxn modelId="{19902681-9875-4ADB-A82E-B9F276932916}" type="presOf" srcId="{0F4997CD-2F2B-4751-9F1E-DA374BC5269D}" destId="{5180EA84-693B-47BC-A62B-7AC87C4CCB1A}" srcOrd="0" destOrd="0" presId="urn:microsoft.com/office/officeart/2005/8/layout/default"/>
    <dgm:cxn modelId="{C1A9EF85-AC7C-4BD3-8AEB-1CBDFDAC864D}" srcId="{AF874C58-6754-44D3-B7D8-49603ED93887}" destId="{D2EFA99A-1F46-4043-B103-66217516972C}" srcOrd="4" destOrd="0" parTransId="{13FF4789-B764-44E3-95B8-45EB8B0BC10C}" sibTransId="{77EA91BD-1D17-4933-84FD-70BEA49276BA}"/>
    <dgm:cxn modelId="{6757BCB9-93CD-45D4-8C6A-7862CA10BB34}" srcId="{AF874C58-6754-44D3-B7D8-49603ED93887}" destId="{0F4997CD-2F2B-4751-9F1E-DA374BC5269D}" srcOrd="5" destOrd="0" parTransId="{486E8C2D-6AB6-44BD-9EEA-0391018063C3}" sibTransId="{CEFCF733-0069-4BD8-96FB-72754ED40BA4}"/>
    <dgm:cxn modelId="{04CC60C8-7685-4AB0-BC2F-958375A9D02C}" srcId="{AF874C58-6754-44D3-B7D8-49603ED93887}" destId="{9F234A59-2CBA-41A4-AFF9-63CD9198AFE1}" srcOrd="1" destOrd="0" parTransId="{A762438C-F253-4E9C-AE76-C29BFD839B57}" sibTransId="{39F537CB-005E-41DA-BB39-30E8B1F2B5F4}"/>
    <dgm:cxn modelId="{155582DE-DB10-4C12-BE40-087DC5EE823E}" type="presOf" srcId="{9F234A59-2CBA-41A4-AFF9-63CD9198AFE1}" destId="{AE8EE77F-E713-48B2-AF33-CF3A8ED8FC32}" srcOrd="0" destOrd="0" presId="urn:microsoft.com/office/officeart/2005/8/layout/default"/>
    <dgm:cxn modelId="{A70AD2DE-5391-4D0C-AC2B-F3B5D8D8CD93}" type="presOf" srcId="{20DE78B0-BCB6-442D-80EF-B27433C09EE1}" destId="{572A9E36-D09B-4B0E-84FA-D64AD03AE260}" srcOrd="0" destOrd="0" presId="urn:microsoft.com/office/officeart/2005/8/layout/default"/>
    <dgm:cxn modelId="{0B857CE4-63C4-4B2F-9B32-7DE1A688DFB3}" type="presOf" srcId="{2E6EB9FC-606B-4109-A1F8-55C2F0B722AE}" destId="{CFF4AD30-0644-460B-8AF9-CE2D21FE81B4}" srcOrd="0" destOrd="0" presId="urn:microsoft.com/office/officeart/2005/8/layout/default"/>
    <dgm:cxn modelId="{2670CEE4-C9C9-4769-8F79-928ABED33424}" type="presOf" srcId="{A466D3F3-26C3-4216-85D3-0A1DEB9FC5E0}" destId="{D10B92B9-48E0-4BF5-AE4D-4590413D6A31}" srcOrd="0" destOrd="0" presId="urn:microsoft.com/office/officeart/2005/8/layout/default"/>
    <dgm:cxn modelId="{62EAFEF2-6A2F-4E06-8752-741A5D9507AA}" srcId="{AF874C58-6754-44D3-B7D8-49603ED93887}" destId="{4D322EB4-67D6-4414-964A-23DE4DAB5D84}" srcOrd="2" destOrd="0" parTransId="{BD6C938E-E379-429C-A046-643F0A189977}" sibTransId="{C30A4D53-CBD1-4D09-8D03-B4F206894A68}"/>
    <dgm:cxn modelId="{96B90D0A-400E-49DA-9A83-1DE237B2B436}" type="presParOf" srcId="{2E8B65A7-B81E-4506-B9D6-E2783C1548A7}" destId="{CFF4AD30-0644-460B-8AF9-CE2D21FE81B4}" srcOrd="0" destOrd="0" presId="urn:microsoft.com/office/officeart/2005/8/layout/default"/>
    <dgm:cxn modelId="{1FD4D767-966F-48B3-AFD0-D9A825F05603}" type="presParOf" srcId="{2E8B65A7-B81E-4506-B9D6-E2783C1548A7}" destId="{8DA04B71-A24D-4A79-BB13-533A9C8C6682}" srcOrd="1" destOrd="0" presId="urn:microsoft.com/office/officeart/2005/8/layout/default"/>
    <dgm:cxn modelId="{AF5A8A00-7427-4A79-9B88-A3031E24F134}" type="presParOf" srcId="{2E8B65A7-B81E-4506-B9D6-E2783C1548A7}" destId="{AE8EE77F-E713-48B2-AF33-CF3A8ED8FC32}" srcOrd="2" destOrd="0" presId="urn:microsoft.com/office/officeart/2005/8/layout/default"/>
    <dgm:cxn modelId="{8909DBDB-D575-4F01-B163-3A5342D14607}" type="presParOf" srcId="{2E8B65A7-B81E-4506-B9D6-E2783C1548A7}" destId="{57D90BED-FA65-4481-875D-929F31356842}" srcOrd="3" destOrd="0" presId="urn:microsoft.com/office/officeart/2005/8/layout/default"/>
    <dgm:cxn modelId="{471DCF5A-A4BC-4A34-BC2C-07BB4ED2B20B}" type="presParOf" srcId="{2E8B65A7-B81E-4506-B9D6-E2783C1548A7}" destId="{6DE01F1A-766E-45FA-8329-05A46CDE4F18}" srcOrd="4" destOrd="0" presId="urn:microsoft.com/office/officeart/2005/8/layout/default"/>
    <dgm:cxn modelId="{10FC385A-3468-4CA8-AFA9-D057DB4CE360}" type="presParOf" srcId="{2E8B65A7-B81E-4506-B9D6-E2783C1548A7}" destId="{56A1BCFC-4B43-44A0-8CE6-CDF89369E5A7}" srcOrd="5" destOrd="0" presId="urn:microsoft.com/office/officeart/2005/8/layout/default"/>
    <dgm:cxn modelId="{C0E5CF2D-875B-4D63-A6BC-8EA595D56EE3}" type="presParOf" srcId="{2E8B65A7-B81E-4506-B9D6-E2783C1548A7}" destId="{D10B92B9-48E0-4BF5-AE4D-4590413D6A31}" srcOrd="6" destOrd="0" presId="urn:microsoft.com/office/officeart/2005/8/layout/default"/>
    <dgm:cxn modelId="{4AB67A95-DD2A-4CA4-858D-96E5AE98F60F}" type="presParOf" srcId="{2E8B65A7-B81E-4506-B9D6-E2783C1548A7}" destId="{E265E69A-46C5-4FF1-BB5E-E1F2DD9DE046}" srcOrd="7" destOrd="0" presId="urn:microsoft.com/office/officeart/2005/8/layout/default"/>
    <dgm:cxn modelId="{FE65094A-2ADC-4F66-85C1-2872A4B2976A}" type="presParOf" srcId="{2E8B65A7-B81E-4506-B9D6-E2783C1548A7}" destId="{6EA3AB4E-B36B-4495-A448-0D223BE2BBC7}" srcOrd="8" destOrd="0" presId="urn:microsoft.com/office/officeart/2005/8/layout/default"/>
    <dgm:cxn modelId="{BABB75A1-A943-4497-902C-3E3871005356}" type="presParOf" srcId="{2E8B65A7-B81E-4506-B9D6-E2783C1548A7}" destId="{FBDE22F9-B2A9-4174-B846-F9ADFBB5A0F3}" srcOrd="9" destOrd="0" presId="urn:microsoft.com/office/officeart/2005/8/layout/default"/>
    <dgm:cxn modelId="{8436333F-2F5E-4CFC-9414-8F81BB584F8B}" type="presParOf" srcId="{2E8B65A7-B81E-4506-B9D6-E2783C1548A7}" destId="{5180EA84-693B-47BC-A62B-7AC87C4CCB1A}" srcOrd="10" destOrd="0" presId="urn:microsoft.com/office/officeart/2005/8/layout/default"/>
    <dgm:cxn modelId="{43E697A9-FF5E-43B4-832B-AB432557111A}" type="presParOf" srcId="{2E8B65A7-B81E-4506-B9D6-E2783C1548A7}" destId="{7212A4C4-D5F1-4292-A09F-5EB6ABC17815}" srcOrd="11" destOrd="0" presId="urn:microsoft.com/office/officeart/2005/8/layout/default"/>
    <dgm:cxn modelId="{A8341B87-1FFE-4B76-A4AE-09478AF65269}" type="presParOf" srcId="{2E8B65A7-B81E-4506-B9D6-E2783C1548A7}" destId="{16AFC82D-77AD-4CC9-94B3-02287D887F8E}" srcOrd="12" destOrd="0" presId="urn:microsoft.com/office/officeart/2005/8/layout/default"/>
    <dgm:cxn modelId="{58C24F52-A0FB-4BDF-9F60-97D1CBB40412}" type="presParOf" srcId="{2E8B65A7-B81E-4506-B9D6-E2783C1548A7}" destId="{7BE61D64-F6CC-49B6-BAE1-28ED45F9036E}" srcOrd="13" destOrd="0" presId="urn:microsoft.com/office/officeart/2005/8/layout/default"/>
    <dgm:cxn modelId="{477DAE55-E2EE-4687-8E73-6FD17C959A72}" type="presParOf" srcId="{2E8B65A7-B81E-4506-B9D6-E2783C1548A7}" destId="{572A9E36-D09B-4B0E-84FA-D64AD03AE26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B60EB8-1014-4357-AB86-4A71C37C71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C9DC6657-9612-467C-8E37-1483928A2EC0}">
      <dgm:prSet/>
      <dgm:spPr/>
      <dgm:t>
        <a:bodyPr/>
        <a:lstStyle/>
        <a:p>
          <a:r>
            <a:rPr lang="en-US" b="0" i="0" baseline="0"/>
            <a:t>Most models are trained on </a:t>
          </a:r>
          <a:r>
            <a:rPr lang="en-US" b="1" i="0" baseline="0"/>
            <a:t>single-crop datasets</a:t>
          </a:r>
          <a:r>
            <a:rPr lang="en-US" b="0" i="0" baseline="0"/>
            <a:t> under </a:t>
          </a:r>
          <a:r>
            <a:rPr lang="en-US" b="1" i="0" baseline="0"/>
            <a:t>controlled conditions</a:t>
          </a:r>
          <a:r>
            <a:rPr lang="en-US" b="0" i="0" baseline="0"/>
            <a:t>, lacking real-world generalization.</a:t>
          </a:r>
          <a:endParaRPr lang="en-IN"/>
        </a:p>
      </dgm:t>
    </dgm:pt>
    <dgm:pt modelId="{9D79C20A-49F3-42DF-A208-8C66B2091134}" type="parTrans" cxnId="{FABA2AF5-954F-4EAF-B0F8-C2F23310C4E6}">
      <dgm:prSet/>
      <dgm:spPr/>
      <dgm:t>
        <a:bodyPr/>
        <a:lstStyle/>
        <a:p>
          <a:endParaRPr lang="en-IN"/>
        </a:p>
      </dgm:t>
    </dgm:pt>
    <dgm:pt modelId="{4BB819F9-FC65-4E51-9D28-31D4ED629CA3}" type="sibTrans" cxnId="{FABA2AF5-954F-4EAF-B0F8-C2F23310C4E6}">
      <dgm:prSet/>
      <dgm:spPr/>
      <dgm:t>
        <a:bodyPr/>
        <a:lstStyle/>
        <a:p>
          <a:endParaRPr lang="en-IN"/>
        </a:p>
      </dgm:t>
    </dgm:pt>
    <dgm:pt modelId="{0528B2E2-D3FD-45B2-B9F0-AD5628B931D4}">
      <dgm:prSet/>
      <dgm:spPr/>
      <dgm:t>
        <a:bodyPr/>
        <a:lstStyle/>
        <a:p>
          <a:r>
            <a:rPr lang="en-US" b="1" i="0" baseline="0" dirty="0"/>
            <a:t>Traditional metrics</a:t>
          </a:r>
          <a:r>
            <a:rPr lang="en-US" b="0" i="0" baseline="0" dirty="0"/>
            <a:t> (Accuracy, F1-score) are inadequate for measuring </a:t>
          </a:r>
          <a:r>
            <a:rPr lang="en-US" b="1" i="0" baseline="0" dirty="0"/>
            <a:t>domain leakage</a:t>
          </a:r>
          <a:r>
            <a:rPr lang="en-US" b="0" i="0" baseline="0" dirty="0"/>
            <a:t>.</a:t>
          </a:r>
          <a:endParaRPr lang="en-IN" dirty="0"/>
        </a:p>
      </dgm:t>
    </dgm:pt>
    <dgm:pt modelId="{B1233B52-DAD1-4AE2-9F42-D305D87632C8}" type="parTrans" cxnId="{9E32B71D-0FB0-4B13-B799-1F4CDEC78912}">
      <dgm:prSet/>
      <dgm:spPr/>
      <dgm:t>
        <a:bodyPr/>
        <a:lstStyle/>
        <a:p>
          <a:endParaRPr lang="en-IN"/>
        </a:p>
      </dgm:t>
    </dgm:pt>
    <dgm:pt modelId="{C8C750AB-9760-4198-AD15-AABE43BDD4EF}" type="sibTrans" cxnId="{9E32B71D-0FB0-4B13-B799-1F4CDEC78912}">
      <dgm:prSet/>
      <dgm:spPr/>
      <dgm:t>
        <a:bodyPr/>
        <a:lstStyle/>
        <a:p>
          <a:endParaRPr lang="en-IN"/>
        </a:p>
      </dgm:t>
    </dgm:pt>
    <dgm:pt modelId="{0A24165D-3025-4EE3-BE68-57B358FD2533}">
      <dgm:prSet/>
      <dgm:spPr/>
      <dgm:t>
        <a:bodyPr/>
        <a:lstStyle/>
        <a:p>
          <a:r>
            <a:rPr lang="en-US" b="1" i="0" baseline="0" dirty="0"/>
            <a:t>Visualization tools</a:t>
          </a:r>
          <a:r>
            <a:rPr lang="en-US" b="0" i="0" baseline="0" dirty="0"/>
            <a:t> like UMAP are used qualitatively but </a:t>
          </a:r>
          <a:r>
            <a:rPr lang="en-US" b="1" i="0" baseline="0" dirty="0"/>
            <a:t>lack quantitative evaluation</a:t>
          </a:r>
          <a:r>
            <a:rPr lang="en-US" b="0" i="0" baseline="0" dirty="0"/>
            <a:t>.</a:t>
          </a:r>
          <a:endParaRPr lang="en-IN" dirty="0"/>
        </a:p>
      </dgm:t>
    </dgm:pt>
    <dgm:pt modelId="{8DF93507-F679-4F13-8BC7-9205E0E88CF9}" type="parTrans" cxnId="{6A8CD822-DF4A-4E42-817A-D282E3B3717F}">
      <dgm:prSet/>
      <dgm:spPr/>
      <dgm:t>
        <a:bodyPr/>
        <a:lstStyle/>
        <a:p>
          <a:endParaRPr lang="en-IN"/>
        </a:p>
      </dgm:t>
    </dgm:pt>
    <dgm:pt modelId="{D6F0B57A-876F-4564-A1FC-A64CDEE46A45}" type="sibTrans" cxnId="{6A8CD822-DF4A-4E42-817A-D282E3B3717F}">
      <dgm:prSet/>
      <dgm:spPr/>
      <dgm:t>
        <a:bodyPr/>
        <a:lstStyle/>
        <a:p>
          <a:endParaRPr lang="en-IN"/>
        </a:p>
      </dgm:t>
    </dgm:pt>
    <dgm:pt modelId="{58D8EC75-7038-4EE3-AD2B-5E236E9725F3}">
      <dgm:prSet/>
      <dgm:spPr/>
      <dgm:t>
        <a:bodyPr/>
        <a:lstStyle/>
        <a:p>
          <a:r>
            <a:rPr lang="en-US" b="0" i="0" baseline="0"/>
            <a:t>No standardized </a:t>
          </a:r>
          <a:r>
            <a:rPr lang="en-US" b="1" i="0" baseline="0"/>
            <a:t>Crop Invariance Score (CIS)</a:t>
          </a:r>
          <a:r>
            <a:rPr lang="en-US" b="0" i="0" baseline="0"/>
            <a:t> to measure generalization across crops.</a:t>
          </a:r>
          <a:endParaRPr lang="en-IN"/>
        </a:p>
      </dgm:t>
    </dgm:pt>
    <dgm:pt modelId="{B2626180-4012-4D39-B4C4-0F075B61AF4E}" type="parTrans" cxnId="{345617F4-4105-4196-90E9-84737A5DE67B}">
      <dgm:prSet/>
      <dgm:spPr/>
      <dgm:t>
        <a:bodyPr/>
        <a:lstStyle/>
        <a:p>
          <a:endParaRPr lang="en-IN"/>
        </a:p>
      </dgm:t>
    </dgm:pt>
    <dgm:pt modelId="{A1E8B642-51E8-445B-AAA4-6B85B08FFBCE}" type="sibTrans" cxnId="{345617F4-4105-4196-90E9-84737A5DE67B}">
      <dgm:prSet/>
      <dgm:spPr/>
      <dgm:t>
        <a:bodyPr/>
        <a:lstStyle/>
        <a:p>
          <a:endParaRPr lang="en-IN"/>
        </a:p>
      </dgm:t>
    </dgm:pt>
    <dgm:pt modelId="{AFA6642D-57A3-4719-82D7-FFE569FB141E}">
      <dgm:prSet/>
      <dgm:spPr/>
      <dgm:t>
        <a:bodyPr/>
        <a:lstStyle/>
        <a:p>
          <a:r>
            <a:rPr lang="en-US" b="0" i="0" baseline="0"/>
            <a:t>Few works explore </a:t>
          </a:r>
          <a:r>
            <a:rPr lang="en-US" b="1" i="0" baseline="0"/>
            <a:t>self-supervised learning</a:t>
          </a:r>
          <a:r>
            <a:rPr lang="en-US" b="0" i="0" baseline="0"/>
            <a:t> (SimCLR) combined with </a:t>
          </a:r>
          <a:r>
            <a:rPr lang="en-US" b="1" i="0" baseline="0"/>
            <a:t>domain-adversarial training</a:t>
          </a:r>
          <a:r>
            <a:rPr lang="en-US" b="0" i="0" baseline="0"/>
            <a:t> (DANN).</a:t>
          </a:r>
          <a:endParaRPr lang="en-IN"/>
        </a:p>
      </dgm:t>
    </dgm:pt>
    <dgm:pt modelId="{3057CCA7-2283-4F9A-A9F9-6A28E0CEC199}" type="parTrans" cxnId="{4070D9E3-7492-4A59-AFEC-DE32282B3F5B}">
      <dgm:prSet/>
      <dgm:spPr/>
      <dgm:t>
        <a:bodyPr/>
        <a:lstStyle/>
        <a:p>
          <a:endParaRPr lang="en-IN"/>
        </a:p>
      </dgm:t>
    </dgm:pt>
    <dgm:pt modelId="{9091D1C8-A0DD-46D2-A1FD-9577131C5E49}" type="sibTrans" cxnId="{4070D9E3-7492-4A59-AFEC-DE32282B3F5B}">
      <dgm:prSet/>
      <dgm:spPr/>
      <dgm:t>
        <a:bodyPr/>
        <a:lstStyle/>
        <a:p>
          <a:endParaRPr lang="en-IN"/>
        </a:p>
      </dgm:t>
    </dgm:pt>
    <dgm:pt modelId="{379D9D87-0485-4349-B6FD-22B46986F517}">
      <dgm:prSet/>
      <dgm:spPr/>
      <dgm:t>
        <a:bodyPr/>
        <a:lstStyle/>
        <a:p>
          <a:r>
            <a:rPr lang="en-US" b="0" i="0" baseline="0"/>
            <a:t>Lightweight and ensemble models improve accuracy but </a:t>
          </a:r>
          <a:r>
            <a:rPr lang="en-US" b="1" i="0" baseline="0"/>
            <a:t>fail to control crop-specific feature entanglement</a:t>
          </a:r>
          <a:r>
            <a:rPr lang="en-US" b="0" i="0" baseline="0"/>
            <a:t>.</a:t>
          </a:r>
          <a:endParaRPr lang="en-IN"/>
        </a:p>
      </dgm:t>
    </dgm:pt>
    <dgm:pt modelId="{40A02C3D-4D46-437B-9D22-164EFD707916}" type="parTrans" cxnId="{8FC75FE4-8544-4962-9991-39DD57B055F7}">
      <dgm:prSet/>
      <dgm:spPr/>
      <dgm:t>
        <a:bodyPr/>
        <a:lstStyle/>
        <a:p>
          <a:endParaRPr lang="en-IN"/>
        </a:p>
      </dgm:t>
    </dgm:pt>
    <dgm:pt modelId="{372131B1-81C9-444E-AD6A-ED4B94D3B5DF}" type="sibTrans" cxnId="{8FC75FE4-8544-4962-9991-39DD57B055F7}">
      <dgm:prSet/>
      <dgm:spPr/>
      <dgm:t>
        <a:bodyPr/>
        <a:lstStyle/>
        <a:p>
          <a:endParaRPr lang="en-IN"/>
        </a:p>
      </dgm:t>
    </dgm:pt>
    <dgm:pt modelId="{DF9A19D1-35FB-4B86-A087-C136CB5A72D2}" type="pres">
      <dgm:prSet presAssocID="{F9B60EB8-1014-4357-AB86-4A71C37C7108}" presName="linear" presStyleCnt="0">
        <dgm:presLayoutVars>
          <dgm:animLvl val="lvl"/>
          <dgm:resizeHandles val="exact"/>
        </dgm:presLayoutVars>
      </dgm:prSet>
      <dgm:spPr/>
    </dgm:pt>
    <dgm:pt modelId="{58240A6E-3433-4D7B-88EE-72D90A4262DC}" type="pres">
      <dgm:prSet presAssocID="{C9DC6657-9612-467C-8E37-1483928A2EC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C012411-D9C5-41C7-9152-080A8F4D10D2}" type="pres">
      <dgm:prSet presAssocID="{4BB819F9-FC65-4E51-9D28-31D4ED629CA3}" presName="spacer" presStyleCnt="0"/>
      <dgm:spPr/>
    </dgm:pt>
    <dgm:pt modelId="{7326CC13-25B7-4296-8A6A-3148A7E8DC31}" type="pres">
      <dgm:prSet presAssocID="{0528B2E2-D3FD-45B2-B9F0-AD5628B931D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0B742FC-B888-4B27-80B6-4AE3D8E5BCE8}" type="pres">
      <dgm:prSet presAssocID="{C8C750AB-9760-4198-AD15-AABE43BDD4EF}" presName="spacer" presStyleCnt="0"/>
      <dgm:spPr/>
    </dgm:pt>
    <dgm:pt modelId="{CC6E4193-3E7E-47C1-8778-CF49FDC18708}" type="pres">
      <dgm:prSet presAssocID="{0A24165D-3025-4EE3-BE68-57B358FD253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F8BFCF5-3B00-4511-80C1-7436770103C7}" type="pres">
      <dgm:prSet presAssocID="{D6F0B57A-876F-4564-A1FC-A64CDEE46A45}" presName="spacer" presStyleCnt="0"/>
      <dgm:spPr/>
    </dgm:pt>
    <dgm:pt modelId="{6494A232-DDC7-48FA-8747-034C06428738}" type="pres">
      <dgm:prSet presAssocID="{58D8EC75-7038-4EE3-AD2B-5E236E9725F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BBC9181-FEA9-4563-9A98-78470B075AD8}" type="pres">
      <dgm:prSet presAssocID="{A1E8B642-51E8-445B-AAA4-6B85B08FFBCE}" presName="spacer" presStyleCnt="0"/>
      <dgm:spPr/>
    </dgm:pt>
    <dgm:pt modelId="{0CBECE62-C696-467A-ABA4-2A5C20249F18}" type="pres">
      <dgm:prSet presAssocID="{AFA6642D-57A3-4719-82D7-FFE569FB141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F8B75C5-CE15-4DB0-81A4-5D268B012C28}" type="pres">
      <dgm:prSet presAssocID="{9091D1C8-A0DD-46D2-A1FD-9577131C5E49}" presName="spacer" presStyleCnt="0"/>
      <dgm:spPr/>
    </dgm:pt>
    <dgm:pt modelId="{D7B28EA1-6B82-4369-8C0A-982C3A96C016}" type="pres">
      <dgm:prSet presAssocID="{379D9D87-0485-4349-B6FD-22B46986F51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17A74E01-6156-4255-A8AF-0FCDCF046867}" type="presOf" srcId="{AFA6642D-57A3-4719-82D7-FFE569FB141E}" destId="{0CBECE62-C696-467A-ABA4-2A5C20249F18}" srcOrd="0" destOrd="0" presId="urn:microsoft.com/office/officeart/2005/8/layout/vList2"/>
    <dgm:cxn modelId="{6B9B840A-F8E2-4590-985E-2AA1F8A99B6E}" type="presOf" srcId="{0A24165D-3025-4EE3-BE68-57B358FD2533}" destId="{CC6E4193-3E7E-47C1-8778-CF49FDC18708}" srcOrd="0" destOrd="0" presId="urn:microsoft.com/office/officeart/2005/8/layout/vList2"/>
    <dgm:cxn modelId="{9E32B71D-0FB0-4B13-B799-1F4CDEC78912}" srcId="{F9B60EB8-1014-4357-AB86-4A71C37C7108}" destId="{0528B2E2-D3FD-45B2-B9F0-AD5628B931D4}" srcOrd="1" destOrd="0" parTransId="{B1233B52-DAD1-4AE2-9F42-D305D87632C8}" sibTransId="{C8C750AB-9760-4198-AD15-AABE43BDD4EF}"/>
    <dgm:cxn modelId="{6A8CD822-DF4A-4E42-817A-D282E3B3717F}" srcId="{F9B60EB8-1014-4357-AB86-4A71C37C7108}" destId="{0A24165D-3025-4EE3-BE68-57B358FD2533}" srcOrd="2" destOrd="0" parTransId="{8DF93507-F679-4F13-8BC7-9205E0E88CF9}" sibTransId="{D6F0B57A-876F-4564-A1FC-A64CDEE46A45}"/>
    <dgm:cxn modelId="{28120D26-25D8-42EF-9B00-B8FBCB56E487}" type="presOf" srcId="{0528B2E2-D3FD-45B2-B9F0-AD5628B931D4}" destId="{7326CC13-25B7-4296-8A6A-3148A7E8DC31}" srcOrd="0" destOrd="0" presId="urn:microsoft.com/office/officeart/2005/8/layout/vList2"/>
    <dgm:cxn modelId="{AB094F34-B041-4178-9C1E-3023A9E1F9F0}" type="presOf" srcId="{379D9D87-0485-4349-B6FD-22B46986F517}" destId="{D7B28EA1-6B82-4369-8C0A-982C3A96C016}" srcOrd="0" destOrd="0" presId="urn:microsoft.com/office/officeart/2005/8/layout/vList2"/>
    <dgm:cxn modelId="{463EB137-C3F8-45FD-8AFC-06C95116FE71}" type="presOf" srcId="{C9DC6657-9612-467C-8E37-1483928A2EC0}" destId="{58240A6E-3433-4D7B-88EE-72D90A4262DC}" srcOrd="0" destOrd="0" presId="urn:microsoft.com/office/officeart/2005/8/layout/vList2"/>
    <dgm:cxn modelId="{27B19538-32D2-484A-AAA2-59FFCC2F684D}" type="presOf" srcId="{F9B60EB8-1014-4357-AB86-4A71C37C7108}" destId="{DF9A19D1-35FB-4B86-A087-C136CB5A72D2}" srcOrd="0" destOrd="0" presId="urn:microsoft.com/office/officeart/2005/8/layout/vList2"/>
    <dgm:cxn modelId="{4070D9E3-7492-4A59-AFEC-DE32282B3F5B}" srcId="{F9B60EB8-1014-4357-AB86-4A71C37C7108}" destId="{AFA6642D-57A3-4719-82D7-FFE569FB141E}" srcOrd="4" destOrd="0" parTransId="{3057CCA7-2283-4F9A-A9F9-6A28E0CEC199}" sibTransId="{9091D1C8-A0DD-46D2-A1FD-9577131C5E49}"/>
    <dgm:cxn modelId="{8FC75FE4-8544-4962-9991-39DD57B055F7}" srcId="{F9B60EB8-1014-4357-AB86-4A71C37C7108}" destId="{379D9D87-0485-4349-B6FD-22B46986F517}" srcOrd="5" destOrd="0" parTransId="{40A02C3D-4D46-437B-9D22-164EFD707916}" sibTransId="{372131B1-81C9-444E-AD6A-ED4B94D3B5DF}"/>
    <dgm:cxn modelId="{B8C07DED-2D43-491B-B36B-FD86A546D8AC}" type="presOf" srcId="{58D8EC75-7038-4EE3-AD2B-5E236E9725F3}" destId="{6494A232-DDC7-48FA-8747-034C06428738}" srcOrd="0" destOrd="0" presId="urn:microsoft.com/office/officeart/2005/8/layout/vList2"/>
    <dgm:cxn modelId="{345617F4-4105-4196-90E9-84737A5DE67B}" srcId="{F9B60EB8-1014-4357-AB86-4A71C37C7108}" destId="{58D8EC75-7038-4EE3-AD2B-5E236E9725F3}" srcOrd="3" destOrd="0" parTransId="{B2626180-4012-4D39-B4C4-0F075B61AF4E}" sibTransId="{A1E8B642-51E8-445B-AAA4-6B85B08FFBCE}"/>
    <dgm:cxn modelId="{FABA2AF5-954F-4EAF-B0F8-C2F23310C4E6}" srcId="{F9B60EB8-1014-4357-AB86-4A71C37C7108}" destId="{C9DC6657-9612-467C-8E37-1483928A2EC0}" srcOrd="0" destOrd="0" parTransId="{9D79C20A-49F3-42DF-A208-8C66B2091134}" sibTransId="{4BB819F9-FC65-4E51-9D28-31D4ED629CA3}"/>
    <dgm:cxn modelId="{0A97FB52-6814-404C-99F9-1410C65099E4}" type="presParOf" srcId="{DF9A19D1-35FB-4B86-A087-C136CB5A72D2}" destId="{58240A6E-3433-4D7B-88EE-72D90A4262DC}" srcOrd="0" destOrd="0" presId="urn:microsoft.com/office/officeart/2005/8/layout/vList2"/>
    <dgm:cxn modelId="{32F95FC9-6172-41CC-BC55-2E3EEC56C6D9}" type="presParOf" srcId="{DF9A19D1-35FB-4B86-A087-C136CB5A72D2}" destId="{CC012411-D9C5-41C7-9152-080A8F4D10D2}" srcOrd="1" destOrd="0" presId="urn:microsoft.com/office/officeart/2005/8/layout/vList2"/>
    <dgm:cxn modelId="{4B9945B4-4318-4ED8-B793-B2758827DAD6}" type="presParOf" srcId="{DF9A19D1-35FB-4B86-A087-C136CB5A72D2}" destId="{7326CC13-25B7-4296-8A6A-3148A7E8DC31}" srcOrd="2" destOrd="0" presId="urn:microsoft.com/office/officeart/2005/8/layout/vList2"/>
    <dgm:cxn modelId="{3AA6A003-F77D-4459-8A9E-E2134FA93D33}" type="presParOf" srcId="{DF9A19D1-35FB-4B86-A087-C136CB5A72D2}" destId="{D0B742FC-B888-4B27-80B6-4AE3D8E5BCE8}" srcOrd="3" destOrd="0" presId="urn:microsoft.com/office/officeart/2005/8/layout/vList2"/>
    <dgm:cxn modelId="{FF1FFB38-F27E-4B4D-AC09-7C40219EF815}" type="presParOf" srcId="{DF9A19D1-35FB-4B86-A087-C136CB5A72D2}" destId="{CC6E4193-3E7E-47C1-8778-CF49FDC18708}" srcOrd="4" destOrd="0" presId="urn:microsoft.com/office/officeart/2005/8/layout/vList2"/>
    <dgm:cxn modelId="{FE8BD427-1FD9-46E5-B463-8FC4A188511F}" type="presParOf" srcId="{DF9A19D1-35FB-4B86-A087-C136CB5A72D2}" destId="{7F8BFCF5-3B00-4511-80C1-7436770103C7}" srcOrd="5" destOrd="0" presId="urn:microsoft.com/office/officeart/2005/8/layout/vList2"/>
    <dgm:cxn modelId="{07BC6FB6-D59B-45C0-8BB6-FCA6B175935F}" type="presParOf" srcId="{DF9A19D1-35FB-4B86-A087-C136CB5A72D2}" destId="{6494A232-DDC7-48FA-8747-034C06428738}" srcOrd="6" destOrd="0" presId="urn:microsoft.com/office/officeart/2005/8/layout/vList2"/>
    <dgm:cxn modelId="{4814E516-7296-4EDA-91BB-A73865541F5B}" type="presParOf" srcId="{DF9A19D1-35FB-4B86-A087-C136CB5A72D2}" destId="{4BBC9181-FEA9-4563-9A98-78470B075AD8}" srcOrd="7" destOrd="0" presId="urn:microsoft.com/office/officeart/2005/8/layout/vList2"/>
    <dgm:cxn modelId="{3E1BAFD8-AC94-4607-98B4-A6AA60D2DB16}" type="presParOf" srcId="{DF9A19D1-35FB-4B86-A087-C136CB5A72D2}" destId="{0CBECE62-C696-467A-ABA4-2A5C20249F18}" srcOrd="8" destOrd="0" presId="urn:microsoft.com/office/officeart/2005/8/layout/vList2"/>
    <dgm:cxn modelId="{20FC0E05-AFDD-416D-8304-EF365D574F26}" type="presParOf" srcId="{DF9A19D1-35FB-4B86-A087-C136CB5A72D2}" destId="{3F8B75C5-CE15-4DB0-81A4-5D268B012C28}" srcOrd="9" destOrd="0" presId="urn:microsoft.com/office/officeart/2005/8/layout/vList2"/>
    <dgm:cxn modelId="{898C101C-3C4D-4257-9596-1F7B8F9F5712}" type="presParOf" srcId="{DF9A19D1-35FB-4B86-A087-C136CB5A72D2}" destId="{D7B28EA1-6B82-4369-8C0A-982C3A96C01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250BF7-D8AA-42D8-B73B-D61ADB1F29C4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FF43EB29-EAD7-455D-8BBF-57FD16B0DA1D}">
      <dgm:prSet/>
      <dgm:spPr/>
      <dgm:t>
        <a:bodyPr/>
        <a:lstStyle/>
        <a:p>
          <a:r>
            <a:rPr lang="en-US" b="0" i="0" baseline="0" dirty="0"/>
            <a:t>📦 </a:t>
          </a:r>
          <a:r>
            <a:rPr lang="en-US" b="1" i="0" baseline="0" dirty="0"/>
            <a:t>Dataset Preparation</a:t>
          </a:r>
          <a:endParaRPr lang="en-IN" dirty="0"/>
        </a:p>
      </dgm:t>
    </dgm:pt>
    <dgm:pt modelId="{24F3D3CF-174A-48CB-8C9C-6C80ADF8EE4D}" type="parTrans" cxnId="{A85744E1-6FDD-44D0-B40E-9A81933CB2C8}">
      <dgm:prSet/>
      <dgm:spPr/>
      <dgm:t>
        <a:bodyPr/>
        <a:lstStyle/>
        <a:p>
          <a:endParaRPr lang="en-IN"/>
        </a:p>
      </dgm:t>
    </dgm:pt>
    <dgm:pt modelId="{23B40243-6558-4E6A-B40E-97457E986451}" type="sibTrans" cxnId="{A85744E1-6FDD-44D0-B40E-9A81933CB2C8}">
      <dgm:prSet/>
      <dgm:spPr/>
      <dgm:t>
        <a:bodyPr/>
        <a:lstStyle/>
        <a:p>
          <a:endParaRPr lang="en-IN"/>
        </a:p>
      </dgm:t>
    </dgm:pt>
    <dgm:pt modelId="{5C47E770-75AC-443A-9EE9-DA0790AC381F}">
      <dgm:prSet/>
      <dgm:spPr/>
      <dgm:t>
        <a:bodyPr/>
        <a:lstStyle/>
        <a:p>
          <a:r>
            <a:rPr lang="en-US" b="0" i="0" baseline="0"/>
            <a:t>Structured PlantVillage dataset with Crop → Disease hierarchy</a:t>
          </a:r>
          <a:endParaRPr lang="en-IN"/>
        </a:p>
      </dgm:t>
    </dgm:pt>
    <dgm:pt modelId="{1358E408-F875-4B9B-8145-D12E673C60A4}" type="parTrans" cxnId="{2FCFA092-E7D3-4B74-BC8E-4F6A16441AD8}">
      <dgm:prSet/>
      <dgm:spPr/>
      <dgm:t>
        <a:bodyPr/>
        <a:lstStyle/>
        <a:p>
          <a:endParaRPr lang="en-IN"/>
        </a:p>
      </dgm:t>
    </dgm:pt>
    <dgm:pt modelId="{7E6887C2-AA54-4814-A336-28D41E759DC6}" type="sibTrans" cxnId="{2FCFA092-E7D3-4B74-BC8E-4F6A16441AD8}">
      <dgm:prSet/>
      <dgm:spPr/>
      <dgm:t>
        <a:bodyPr/>
        <a:lstStyle/>
        <a:p>
          <a:endParaRPr lang="en-IN"/>
        </a:p>
      </dgm:t>
    </dgm:pt>
    <dgm:pt modelId="{FF1607E9-8228-44FB-B10B-588189CE7957}">
      <dgm:prSet/>
      <dgm:spPr/>
      <dgm:t>
        <a:bodyPr/>
        <a:lstStyle/>
        <a:p>
          <a:r>
            <a:rPr lang="en-US" b="0" i="0" baseline="0"/>
            <a:t>Converted to TFRecord format with crop and disease labels</a:t>
          </a:r>
          <a:endParaRPr lang="en-IN"/>
        </a:p>
      </dgm:t>
    </dgm:pt>
    <dgm:pt modelId="{343F3FE9-D30F-417D-8E5F-FE9F72C1ABFF}" type="parTrans" cxnId="{978CE8E6-67E3-4DB9-ACFD-5EF0729721D5}">
      <dgm:prSet/>
      <dgm:spPr/>
      <dgm:t>
        <a:bodyPr/>
        <a:lstStyle/>
        <a:p>
          <a:endParaRPr lang="en-IN"/>
        </a:p>
      </dgm:t>
    </dgm:pt>
    <dgm:pt modelId="{9F1AF3FF-4932-42D6-8331-BDAADDBBBB8F}" type="sibTrans" cxnId="{978CE8E6-67E3-4DB9-ACFD-5EF0729721D5}">
      <dgm:prSet/>
      <dgm:spPr/>
      <dgm:t>
        <a:bodyPr/>
        <a:lstStyle/>
        <a:p>
          <a:endParaRPr lang="en-IN"/>
        </a:p>
      </dgm:t>
    </dgm:pt>
    <dgm:pt modelId="{A94CEE90-01FB-4C78-A33E-01B3742401DC}">
      <dgm:prSet/>
      <dgm:spPr/>
      <dgm:t>
        <a:bodyPr/>
        <a:lstStyle/>
        <a:p>
          <a:r>
            <a:rPr lang="en-US" b="0" i="0" baseline="0" dirty="0"/>
            <a:t>🧠 </a:t>
          </a:r>
          <a:r>
            <a:rPr lang="en-US" b="1" i="0" baseline="0" dirty="0"/>
            <a:t>Self-Supervised Pretraining (SimCLR)</a:t>
          </a:r>
          <a:endParaRPr lang="en-IN" dirty="0"/>
        </a:p>
      </dgm:t>
    </dgm:pt>
    <dgm:pt modelId="{FD6ED461-F6A6-4BAA-93AC-182FB1336C00}" type="parTrans" cxnId="{30DE1786-B8A9-478A-A3E6-9EDE57262E8E}">
      <dgm:prSet/>
      <dgm:spPr/>
      <dgm:t>
        <a:bodyPr/>
        <a:lstStyle/>
        <a:p>
          <a:endParaRPr lang="en-IN"/>
        </a:p>
      </dgm:t>
    </dgm:pt>
    <dgm:pt modelId="{60FFE684-5CE7-4BFD-B320-6755D7AD0A80}" type="sibTrans" cxnId="{30DE1786-B8A9-478A-A3E6-9EDE57262E8E}">
      <dgm:prSet/>
      <dgm:spPr/>
      <dgm:t>
        <a:bodyPr/>
        <a:lstStyle/>
        <a:p>
          <a:endParaRPr lang="en-IN"/>
        </a:p>
      </dgm:t>
    </dgm:pt>
    <dgm:pt modelId="{1309CC19-59E1-4E54-B78A-E2413F672732}">
      <dgm:prSet/>
      <dgm:spPr/>
      <dgm:t>
        <a:bodyPr/>
        <a:lstStyle/>
        <a:p>
          <a:r>
            <a:rPr lang="en-US" b="0" i="0" baseline="0" dirty="0"/>
            <a:t>Pretrained encoder using </a:t>
          </a:r>
          <a:r>
            <a:rPr lang="en-US" b="1" i="0" baseline="0" dirty="0"/>
            <a:t>SimCLR contrastive learning</a:t>
          </a:r>
          <a:endParaRPr lang="en-IN" dirty="0"/>
        </a:p>
      </dgm:t>
    </dgm:pt>
    <dgm:pt modelId="{D98A603F-B08D-480E-998B-C4C613639F14}" type="parTrans" cxnId="{6EBD364C-871D-4D8D-8380-71637A3637BE}">
      <dgm:prSet/>
      <dgm:spPr/>
      <dgm:t>
        <a:bodyPr/>
        <a:lstStyle/>
        <a:p>
          <a:endParaRPr lang="en-IN"/>
        </a:p>
      </dgm:t>
    </dgm:pt>
    <dgm:pt modelId="{5976E521-81F1-4D30-907E-0A0FA9411D03}" type="sibTrans" cxnId="{6EBD364C-871D-4D8D-8380-71637A3637BE}">
      <dgm:prSet/>
      <dgm:spPr/>
      <dgm:t>
        <a:bodyPr/>
        <a:lstStyle/>
        <a:p>
          <a:endParaRPr lang="en-IN"/>
        </a:p>
      </dgm:t>
    </dgm:pt>
    <dgm:pt modelId="{DD6F8EE0-CB2C-4504-8838-9F41CC0874AC}">
      <dgm:prSet/>
      <dgm:spPr/>
      <dgm:t>
        <a:bodyPr/>
        <a:lstStyle/>
        <a:p>
          <a:r>
            <a:rPr lang="en-US" b="0" i="0" baseline="0"/>
            <a:t>Learned general-purpose representations without using crop or disease labels</a:t>
          </a:r>
          <a:endParaRPr lang="en-IN"/>
        </a:p>
      </dgm:t>
    </dgm:pt>
    <dgm:pt modelId="{0CCEB3D3-20DF-4C39-A3B9-DFB2369B8350}" type="parTrans" cxnId="{834444FB-28E3-4B71-BCA6-B3A1A19DA047}">
      <dgm:prSet/>
      <dgm:spPr/>
      <dgm:t>
        <a:bodyPr/>
        <a:lstStyle/>
        <a:p>
          <a:endParaRPr lang="en-IN"/>
        </a:p>
      </dgm:t>
    </dgm:pt>
    <dgm:pt modelId="{2E2E4C4A-EA98-4C00-BF61-036055585719}" type="sibTrans" cxnId="{834444FB-28E3-4B71-BCA6-B3A1A19DA047}">
      <dgm:prSet/>
      <dgm:spPr/>
      <dgm:t>
        <a:bodyPr/>
        <a:lstStyle/>
        <a:p>
          <a:endParaRPr lang="en-IN"/>
        </a:p>
      </dgm:t>
    </dgm:pt>
    <dgm:pt modelId="{4B68E7D4-9A2D-4A51-B17F-B129CF48613F}" type="pres">
      <dgm:prSet presAssocID="{0E250BF7-D8AA-42D8-B73B-D61ADB1F29C4}" presName="Name0" presStyleCnt="0">
        <dgm:presLayoutVars>
          <dgm:dir/>
          <dgm:resizeHandles val="exact"/>
        </dgm:presLayoutVars>
      </dgm:prSet>
      <dgm:spPr/>
    </dgm:pt>
    <dgm:pt modelId="{1962200E-C616-4F87-B523-8E0FA57ECCCC}" type="pres">
      <dgm:prSet presAssocID="{FF43EB29-EAD7-455D-8BBF-57FD16B0DA1D}" presName="node" presStyleLbl="node1" presStyleIdx="0" presStyleCnt="6">
        <dgm:presLayoutVars>
          <dgm:bulletEnabled val="1"/>
        </dgm:presLayoutVars>
      </dgm:prSet>
      <dgm:spPr/>
    </dgm:pt>
    <dgm:pt modelId="{912C928A-FE2C-4CE5-A8F4-871BDB99B03D}" type="pres">
      <dgm:prSet presAssocID="{23B40243-6558-4E6A-B40E-97457E986451}" presName="sibTrans" presStyleLbl="sibTrans2D1" presStyleIdx="0" presStyleCnt="5"/>
      <dgm:spPr/>
    </dgm:pt>
    <dgm:pt modelId="{9649E926-6259-43CE-8290-AA274B02D976}" type="pres">
      <dgm:prSet presAssocID="{23B40243-6558-4E6A-B40E-97457E986451}" presName="connectorText" presStyleLbl="sibTrans2D1" presStyleIdx="0" presStyleCnt="5"/>
      <dgm:spPr/>
    </dgm:pt>
    <dgm:pt modelId="{9376D7B9-A73D-455D-88CD-C493B20ABA4D}" type="pres">
      <dgm:prSet presAssocID="{5C47E770-75AC-443A-9EE9-DA0790AC381F}" presName="node" presStyleLbl="node1" presStyleIdx="1" presStyleCnt="6">
        <dgm:presLayoutVars>
          <dgm:bulletEnabled val="1"/>
        </dgm:presLayoutVars>
      </dgm:prSet>
      <dgm:spPr/>
    </dgm:pt>
    <dgm:pt modelId="{A7F9DD1C-8F85-4C00-8EED-3500251F6949}" type="pres">
      <dgm:prSet presAssocID="{7E6887C2-AA54-4814-A336-28D41E759DC6}" presName="sibTrans" presStyleLbl="sibTrans2D1" presStyleIdx="1" presStyleCnt="5"/>
      <dgm:spPr/>
    </dgm:pt>
    <dgm:pt modelId="{ECFFD6A1-FFFF-4DD7-BF0C-40B89B56A63B}" type="pres">
      <dgm:prSet presAssocID="{7E6887C2-AA54-4814-A336-28D41E759DC6}" presName="connectorText" presStyleLbl="sibTrans2D1" presStyleIdx="1" presStyleCnt="5"/>
      <dgm:spPr/>
    </dgm:pt>
    <dgm:pt modelId="{E67F7F59-5578-4134-ABD7-4E186E7968AB}" type="pres">
      <dgm:prSet presAssocID="{FF1607E9-8228-44FB-B10B-588189CE7957}" presName="node" presStyleLbl="node1" presStyleIdx="2" presStyleCnt="6">
        <dgm:presLayoutVars>
          <dgm:bulletEnabled val="1"/>
        </dgm:presLayoutVars>
      </dgm:prSet>
      <dgm:spPr/>
    </dgm:pt>
    <dgm:pt modelId="{983E6542-9C09-487F-B62B-529ABEEB2FB5}" type="pres">
      <dgm:prSet presAssocID="{9F1AF3FF-4932-42D6-8331-BDAADDBBBB8F}" presName="sibTrans" presStyleLbl="sibTrans2D1" presStyleIdx="2" presStyleCnt="5"/>
      <dgm:spPr/>
    </dgm:pt>
    <dgm:pt modelId="{3169C4B9-049E-4923-A863-90EAE66986D7}" type="pres">
      <dgm:prSet presAssocID="{9F1AF3FF-4932-42D6-8331-BDAADDBBBB8F}" presName="connectorText" presStyleLbl="sibTrans2D1" presStyleIdx="2" presStyleCnt="5"/>
      <dgm:spPr/>
    </dgm:pt>
    <dgm:pt modelId="{6F0A492C-6D1F-4C89-91EF-DAA3767EC7E8}" type="pres">
      <dgm:prSet presAssocID="{A94CEE90-01FB-4C78-A33E-01B3742401DC}" presName="node" presStyleLbl="node1" presStyleIdx="3" presStyleCnt="6">
        <dgm:presLayoutVars>
          <dgm:bulletEnabled val="1"/>
        </dgm:presLayoutVars>
      </dgm:prSet>
      <dgm:spPr/>
    </dgm:pt>
    <dgm:pt modelId="{DD81B015-9EB1-46CF-B0B2-B3D5D71A0982}" type="pres">
      <dgm:prSet presAssocID="{60FFE684-5CE7-4BFD-B320-6755D7AD0A80}" presName="sibTrans" presStyleLbl="sibTrans2D1" presStyleIdx="3" presStyleCnt="5"/>
      <dgm:spPr/>
    </dgm:pt>
    <dgm:pt modelId="{707286F6-1BBB-44D5-87E7-03A6BEEEA3B9}" type="pres">
      <dgm:prSet presAssocID="{60FFE684-5CE7-4BFD-B320-6755D7AD0A80}" presName="connectorText" presStyleLbl="sibTrans2D1" presStyleIdx="3" presStyleCnt="5"/>
      <dgm:spPr/>
    </dgm:pt>
    <dgm:pt modelId="{2DFCB522-8CC5-4951-A5DB-B4F33BCDE76C}" type="pres">
      <dgm:prSet presAssocID="{1309CC19-59E1-4E54-B78A-E2413F672732}" presName="node" presStyleLbl="node1" presStyleIdx="4" presStyleCnt="6">
        <dgm:presLayoutVars>
          <dgm:bulletEnabled val="1"/>
        </dgm:presLayoutVars>
      </dgm:prSet>
      <dgm:spPr/>
    </dgm:pt>
    <dgm:pt modelId="{7B43F0AA-B02D-4CCE-9D93-D7F7FCBE7DF4}" type="pres">
      <dgm:prSet presAssocID="{5976E521-81F1-4D30-907E-0A0FA9411D03}" presName="sibTrans" presStyleLbl="sibTrans2D1" presStyleIdx="4" presStyleCnt="5"/>
      <dgm:spPr/>
    </dgm:pt>
    <dgm:pt modelId="{63006502-8319-467B-AD56-1BAC07A6FC9D}" type="pres">
      <dgm:prSet presAssocID="{5976E521-81F1-4D30-907E-0A0FA9411D03}" presName="connectorText" presStyleLbl="sibTrans2D1" presStyleIdx="4" presStyleCnt="5"/>
      <dgm:spPr/>
    </dgm:pt>
    <dgm:pt modelId="{AADEDDFC-E2B2-4469-82F5-03E1E2E129FB}" type="pres">
      <dgm:prSet presAssocID="{DD6F8EE0-CB2C-4504-8838-9F41CC0874AC}" presName="node" presStyleLbl="node1" presStyleIdx="5" presStyleCnt="6">
        <dgm:presLayoutVars>
          <dgm:bulletEnabled val="1"/>
        </dgm:presLayoutVars>
      </dgm:prSet>
      <dgm:spPr/>
    </dgm:pt>
  </dgm:ptLst>
  <dgm:cxnLst>
    <dgm:cxn modelId="{B13F3A0A-F9BF-4FCE-9210-53E421DCDB63}" type="presOf" srcId="{FF43EB29-EAD7-455D-8BBF-57FD16B0DA1D}" destId="{1962200E-C616-4F87-B523-8E0FA57ECCCC}" srcOrd="0" destOrd="0" presId="urn:microsoft.com/office/officeart/2005/8/layout/process1"/>
    <dgm:cxn modelId="{EFE54514-1A78-4E5D-9946-6D42F6E7AF53}" type="presOf" srcId="{23B40243-6558-4E6A-B40E-97457E986451}" destId="{9649E926-6259-43CE-8290-AA274B02D976}" srcOrd="1" destOrd="0" presId="urn:microsoft.com/office/officeart/2005/8/layout/process1"/>
    <dgm:cxn modelId="{4080161C-D488-49FC-A298-C82621DADB21}" type="presOf" srcId="{9F1AF3FF-4932-42D6-8331-BDAADDBBBB8F}" destId="{3169C4B9-049E-4923-A863-90EAE66986D7}" srcOrd="1" destOrd="0" presId="urn:microsoft.com/office/officeart/2005/8/layout/process1"/>
    <dgm:cxn modelId="{32D54E22-E32D-45DE-90E9-906CB17ED290}" type="presOf" srcId="{0E250BF7-D8AA-42D8-B73B-D61ADB1F29C4}" destId="{4B68E7D4-9A2D-4A51-B17F-B129CF48613F}" srcOrd="0" destOrd="0" presId="urn:microsoft.com/office/officeart/2005/8/layout/process1"/>
    <dgm:cxn modelId="{332F3C2F-11D9-4785-AD4C-95C1DECE9760}" type="presOf" srcId="{60FFE684-5CE7-4BFD-B320-6755D7AD0A80}" destId="{DD81B015-9EB1-46CF-B0B2-B3D5D71A0982}" srcOrd="0" destOrd="0" presId="urn:microsoft.com/office/officeart/2005/8/layout/process1"/>
    <dgm:cxn modelId="{764AFE2F-A01A-45AD-B564-23EDA5D805DC}" type="presOf" srcId="{5976E521-81F1-4D30-907E-0A0FA9411D03}" destId="{63006502-8319-467B-AD56-1BAC07A6FC9D}" srcOrd="1" destOrd="0" presId="urn:microsoft.com/office/officeart/2005/8/layout/process1"/>
    <dgm:cxn modelId="{AC73845E-C052-4265-AFDD-4B946342F3C8}" type="presOf" srcId="{9F1AF3FF-4932-42D6-8331-BDAADDBBBB8F}" destId="{983E6542-9C09-487F-B62B-529ABEEB2FB5}" srcOrd="0" destOrd="0" presId="urn:microsoft.com/office/officeart/2005/8/layout/process1"/>
    <dgm:cxn modelId="{8F5E3565-6E48-4E58-8444-FF501032674D}" type="presOf" srcId="{1309CC19-59E1-4E54-B78A-E2413F672732}" destId="{2DFCB522-8CC5-4951-A5DB-B4F33BCDE76C}" srcOrd="0" destOrd="0" presId="urn:microsoft.com/office/officeart/2005/8/layout/process1"/>
    <dgm:cxn modelId="{F6D53446-1D3D-45B5-9198-A88DC344CE1E}" type="presOf" srcId="{60FFE684-5CE7-4BFD-B320-6755D7AD0A80}" destId="{707286F6-1BBB-44D5-87E7-03A6BEEEA3B9}" srcOrd="1" destOrd="0" presId="urn:microsoft.com/office/officeart/2005/8/layout/process1"/>
    <dgm:cxn modelId="{6EBD364C-871D-4D8D-8380-71637A3637BE}" srcId="{0E250BF7-D8AA-42D8-B73B-D61ADB1F29C4}" destId="{1309CC19-59E1-4E54-B78A-E2413F672732}" srcOrd="4" destOrd="0" parTransId="{D98A603F-B08D-480E-998B-C4C613639F14}" sibTransId="{5976E521-81F1-4D30-907E-0A0FA9411D03}"/>
    <dgm:cxn modelId="{8856136F-6887-4F19-9F92-691BB0C8CC18}" type="presOf" srcId="{23B40243-6558-4E6A-B40E-97457E986451}" destId="{912C928A-FE2C-4CE5-A8F4-871BDB99B03D}" srcOrd="0" destOrd="0" presId="urn:microsoft.com/office/officeart/2005/8/layout/process1"/>
    <dgm:cxn modelId="{9F5AEE53-0EDE-4CAE-8ED9-DB61CF49E1F5}" type="presOf" srcId="{7E6887C2-AA54-4814-A336-28D41E759DC6}" destId="{A7F9DD1C-8F85-4C00-8EED-3500251F6949}" srcOrd="0" destOrd="0" presId="urn:microsoft.com/office/officeart/2005/8/layout/process1"/>
    <dgm:cxn modelId="{AF5F7276-2D0C-440F-86FD-628CCB068367}" type="presOf" srcId="{A94CEE90-01FB-4C78-A33E-01B3742401DC}" destId="{6F0A492C-6D1F-4C89-91EF-DAA3767EC7E8}" srcOrd="0" destOrd="0" presId="urn:microsoft.com/office/officeart/2005/8/layout/process1"/>
    <dgm:cxn modelId="{30DE1786-B8A9-478A-A3E6-9EDE57262E8E}" srcId="{0E250BF7-D8AA-42D8-B73B-D61ADB1F29C4}" destId="{A94CEE90-01FB-4C78-A33E-01B3742401DC}" srcOrd="3" destOrd="0" parTransId="{FD6ED461-F6A6-4BAA-93AC-182FB1336C00}" sibTransId="{60FFE684-5CE7-4BFD-B320-6755D7AD0A80}"/>
    <dgm:cxn modelId="{2FCFA092-E7D3-4B74-BC8E-4F6A16441AD8}" srcId="{0E250BF7-D8AA-42D8-B73B-D61ADB1F29C4}" destId="{5C47E770-75AC-443A-9EE9-DA0790AC381F}" srcOrd="1" destOrd="0" parTransId="{1358E408-F875-4B9B-8145-D12E673C60A4}" sibTransId="{7E6887C2-AA54-4814-A336-28D41E759DC6}"/>
    <dgm:cxn modelId="{FF887AA3-84D8-4778-A435-4450C1FBA59D}" type="presOf" srcId="{5C47E770-75AC-443A-9EE9-DA0790AC381F}" destId="{9376D7B9-A73D-455D-88CD-C493B20ABA4D}" srcOrd="0" destOrd="0" presId="urn:microsoft.com/office/officeart/2005/8/layout/process1"/>
    <dgm:cxn modelId="{80934EA4-C44D-4671-843C-1E066CED035C}" type="presOf" srcId="{5976E521-81F1-4D30-907E-0A0FA9411D03}" destId="{7B43F0AA-B02D-4CCE-9D93-D7F7FCBE7DF4}" srcOrd="0" destOrd="0" presId="urn:microsoft.com/office/officeart/2005/8/layout/process1"/>
    <dgm:cxn modelId="{CE6274B7-9E9B-4151-AE17-6723D62AD701}" type="presOf" srcId="{DD6F8EE0-CB2C-4504-8838-9F41CC0874AC}" destId="{AADEDDFC-E2B2-4469-82F5-03E1E2E129FB}" srcOrd="0" destOrd="0" presId="urn:microsoft.com/office/officeart/2005/8/layout/process1"/>
    <dgm:cxn modelId="{D07A32BC-751E-4FE2-B538-F52F30FFE124}" type="presOf" srcId="{FF1607E9-8228-44FB-B10B-588189CE7957}" destId="{E67F7F59-5578-4134-ABD7-4E186E7968AB}" srcOrd="0" destOrd="0" presId="urn:microsoft.com/office/officeart/2005/8/layout/process1"/>
    <dgm:cxn modelId="{2B7AB4C9-32AA-42E7-B288-6B89569006C9}" type="presOf" srcId="{7E6887C2-AA54-4814-A336-28D41E759DC6}" destId="{ECFFD6A1-FFFF-4DD7-BF0C-40B89B56A63B}" srcOrd="1" destOrd="0" presId="urn:microsoft.com/office/officeart/2005/8/layout/process1"/>
    <dgm:cxn modelId="{A85744E1-6FDD-44D0-B40E-9A81933CB2C8}" srcId="{0E250BF7-D8AA-42D8-B73B-D61ADB1F29C4}" destId="{FF43EB29-EAD7-455D-8BBF-57FD16B0DA1D}" srcOrd="0" destOrd="0" parTransId="{24F3D3CF-174A-48CB-8C9C-6C80ADF8EE4D}" sibTransId="{23B40243-6558-4E6A-B40E-97457E986451}"/>
    <dgm:cxn modelId="{978CE8E6-67E3-4DB9-ACFD-5EF0729721D5}" srcId="{0E250BF7-D8AA-42D8-B73B-D61ADB1F29C4}" destId="{FF1607E9-8228-44FB-B10B-588189CE7957}" srcOrd="2" destOrd="0" parTransId="{343F3FE9-D30F-417D-8E5F-FE9F72C1ABFF}" sibTransId="{9F1AF3FF-4932-42D6-8331-BDAADDBBBB8F}"/>
    <dgm:cxn modelId="{834444FB-28E3-4B71-BCA6-B3A1A19DA047}" srcId="{0E250BF7-D8AA-42D8-B73B-D61ADB1F29C4}" destId="{DD6F8EE0-CB2C-4504-8838-9F41CC0874AC}" srcOrd="5" destOrd="0" parTransId="{0CCEB3D3-20DF-4C39-A3B9-DFB2369B8350}" sibTransId="{2E2E4C4A-EA98-4C00-BF61-036055585719}"/>
    <dgm:cxn modelId="{62BBEB16-E386-44EC-90D1-A9B6ABDD2367}" type="presParOf" srcId="{4B68E7D4-9A2D-4A51-B17F-B129CF48613F}" destId="{1962200E-C616-4F87-B523-8E0FA57ECCCC}" srcOrd="0" destOrd="0" presId="urn:microsoft.com/office/officeart/2005/8/layout/process1"/>
    <dgm:cxn modelId="{EBA4BBA4-3908-4BCA-A455-06EBB14C5462}" type="presParOf" srcId="{4B68E7D4-9A2D-4A51-B17F-B129CF48613F}" destId="{912C928A-FE2C-4CE5-A8F4-871BDB99B03D}" srcOrd="1" destOrd="0" presId="urn:microsoft.com/office/officeart/2005/8/layout/process1"/>
    <dgm:cxn modelId="{C10591E3-CBE1-4581-9062-7DC94A048536}" type="presParOf" srcId="{912C928A-FE2C-4CE5-A8F4-871BDB99B03D}" destId="{9649E926-6259-43CE-8290-AA274B02D976}" srcOrd="0" destOrd="0" presId="urn:microsoft.com/office/officeart/2005/8/layout/process1"/>
    <dgm:cxn modelId="{63D8AEB9-6A03-4C6C-9466-DDCC0A4F7A88}" type="presParOf" srcId="{4B68E7D4-9A2D-4A51-B17F-B129CF48613F}" destId="{9376D7B9-A73D-455D-88CD-C493B20ABA4D}" srcOrd="2" destOrd="0" presId="urn:microsoft.com/office/officeart/2005/8/layout/process1"/>
    <dgm:cxn modelId="{551D8121-24B4-47A3-B52A-28430BD16190}" type="presParOf" srcId="{4B68E7D4-9A2D-4A51-B17F-B129CF48613F}" destId="{A7F9DD1C-8F85-4C00-8EED-3500251F6949}" srcOrd="3" destOrd="0" presId="urn:microsoft.com/office/officeart/2005/8/layout/process1"/>
    <dgm:cxn modelId="{D6D78D2A-BFB7-49EC-879E-CE342F9F6454}" type="presParOf" srcId="{A7F9DD1C-8F85-4C00-8EED-3500251F6949}" destId="{ECFFD6A1-FFFF-4DD7-BF0C-40B89B56A63B}" srcOrd="0" destOrd="0" presId="urn:microsoft.com/office/officeart/2005/8/layout/process1"/>
    <dgm:cxn modelId="{76A412D9-DA79-468E-925D-FB0DCC12B5CF}" type="presParOf" srcId="{4B68E7D4-9A2D-4A51-B17F-B129CF48613F}" destId="{E67F7F59-5578-4134-ABD7-4E186E7968AB}" srcOrd="4" destOrd="0" presId="urn:microsoft.com/office/officeart/2005/8/layout/process1"/>
    <dgm:cxn modelId="{2C67ECC2-A19F-4B45-AA3F-34CE2D6A23A0}" type="presParOf" srcId="{4B68E7D4-9A2D-4A51-B17F-B129CF48613F}" destId="{983E6542-9C09-487F-B62B-529ABEEB2FB5}" srcOrd="5" destOrd="0" presId="urn:microsoft.com/office/officeart/2005/8/layout/process1"/>
    <dgm:cxn modelId="{E399EB4C-5123-4933-B582-36816F223C9F}" type="presParOf" srcId="{983E6542-9C09-487F-B62B-529ABEEB2FB5}" destId="{3169C4B9-049E-4923-A863-90EAE66986D7}" srcOrd="0" destOrd="0" presId="urn:microsoft.com/office/officeart/2005/8/layout/process1"/>
    <dgm:cxn modelId="{F39A40EC-29AC-4999-BD9C-B31FC6E0C2CF}" type="presParOf" srcId="{4B68E7D4-9A2D-4A51-B17F-B129CF48613F}" destId="{6F0A492C-6D1F-4C89-91EF-DAA3767EC7E8}" srcOrd="6" destOrd="0" presId="urn:microsoft.com/office/officeart/2005/8/layout/process1"/>
    <dgm:cxn modelId="{0D3D1A0F-A5B9-4B4E-B395-EBE200C2746F}" type="presParOf" srcId="{4B68E7D4-9A2D-4A51-B17F-B129CF48613F}" destId="{DD81B015-9EB1-46CF-B0B2-B3D5D71A0982}" srcOrd="7" destOrd="0" presId="urn:microsoft.com/office/officeart/2005/8/layout/process1"/>
    <dgm:cxn modelId="{0D6802A1-EF55-4FD1-8F49-B873FA97E3C5}" type="presParOf" srcId="{DD81B015-9EB1-46CF-B0B2-B3D5D71A0982}" destId="{707286F6-1BBB-44D5-87E7-03A6BEEEA3B9}" srcOrd="0" destOrd="0" presId="urn:microsoft.com/office/officeart/2005/8/layout/process1"/>
    <dgm:cxn modelId="{AE929FB1-439C-463F-AF54-8EC88B58949C}" type="presParOf" srcId="{4B68E7D4-9A2D-4A51-B17F-B129CF48613F}" destId="{2DFCB522-8CC5-4951-A5DB-B4F33BCDE76C}" srcOrd="8" destOrd="0" presId="urn:microsoft.com/office/officeart/2005/8/layout/process1"/>
    <dgm:cxn modelId="{AC4C97D1-38F1-48E7-8946-E2955EAA9965}" type="presParOf" srcId="{4B68E7D4-9A2D-4A51-B17F-B129CF48613F}" destId="{7B43F0AA-B02D-4CCE-9D93-D7F7FCBE7DF4}" srcOrd="9" destOrd="0" presId="urn:microsoft.com/office/officeart/2005/8/layout/process1"/>
    <dgm:cxn modelId="{FBBC6E25-2E8D-47E1-BE27-5CA49D86946E}" type="presParOf" srcId="{7B43F0AA-B02D-4CCE-9D93-D7F7FCBE7DF4}" destId="{63006502-8319-467B-AD56-1BAC07A6FC9D}" srcOrd="0" destOrd="0" presId="urn:microsoft.com/office/officeart/2005/8/layout/process1"/>
    <dgm:cxn modelId="{AB41224E-8DF3-4794-916D-A790452FB6AF}" type="presParOf" srcId="{4B68E7D4-9A2D-4A51-B17F-B129CF48613F}" destId="{AADEDDFC-E2B2-4469-82F5-03E1E2E129F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DE2CEF-9A43-4502-8497-18B069F0BE30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4CD1B91B-764B-4F7D-A349-2638E1FB7F8E}">
      <dgm:prSet/>
      <dgm:spPr/>
      <dgm:t>
        <a:bodyPr/>
        <a:lstStyle/>
        <a:p>
          <a:r>
            <a:rPr lang="en-US" b="0" i="0" baseline="0" dirty="0"/>
            <a:t>🔄 </a:t>
          </a:r>
          <a:r>
            <a:rPr lang="en-US" b="1" i="0" baseline="0" dirty="0"/>
            <a:t>Model Fusion: SimCLR + DANN</a:t>
          </a:r>
          <a:endParaRPr lang="en-IN" dirty="0"/>
        </a:p>
      </dgm:t>
    </dgm:pt>
    <dgm:pt modelId="{F69FEABF-06AF-49B3-8C46-3E6A1EE54B54}" type="parTrans" cxnId="{1637DCA0-CC37-4E85-98DF-0908226A114F}">
      <dgm:prSet/>
      <dgm:spPr/>
      <dgm:t>
        <a:bodyPr/>
        <a:lstStyle/>
        <a:p>
          <a:endParaRPr lang="en-IN"/>
        </a:p>
      </dgm:t>
    </dgm:pt>
    <dgm:pt modelId="{BF4EEA1D-480F-4DB9-87E8-34FBA1F326EE}" type="sibTrans" cxnId="{1637DCA0-CC37-4E85-98DF-0908226A114F}">
      <dgm:prSet/>
      <dgm:spPr/>
      <dgm:t>
        <a:bodyPr/>
        <a:lstStyle/>
        <a:p>
          <a:endParaRPr lang="en-IN"/>
        </a:p>
      </dgm:t>
    </dgm:pt>
    <dgm:pt modelId="{F0B02DD7-69FD-491C-89D0-7CAF5B0C8821}">
      <dgm:prSet/>
      <dgm:spPr/>
      <dgm:t>
        <a:bodyPr/>
        <a:lstStyle/>
        <a:p>
          <a:r>
            <a:rPr lang="en-US" b="0" i="0" baseline="0"/>
            <a:t>SimCLR encoder used as feature extractor</a:t>
          </a:r>
          <a:endParaRPr lang="en-IN"/>
        </a:p>
      </dgm:t>
    </dgm:pt>
    <dgm:pt modelId="{B8F28551-EB82-4DB3-B0E9-9E7A94257E5D}" type="parTrans" cxnId="{8B64D33C-EA39-4F08-80FF-48CEAE6C9DB8}">
      <dgm:prSet/>
      <dgm:spPr/>
      <dgm:t>
        <a:bodyPr/>
        <a:lstStyle/>
        <a:p>
          <a:endParaRPr lang="en-IN"/>
        </a:p>
      </dgm:t>
    </dgm:pt>
    <dgm:pt modelId="{03A958EB-6427-4668-81E4-0322E235FCEC}" type="sibTrans" cxnId="{8B64D33C-EA39-4F08-80FF-48CEAE6C9DB8}">
      <dgm:prSet/>
      <dgm:spPr/>
      <dgm:t>
        <a:bodyPr/>
        <a:lstStyle/>
        <a:p>
          <a:endParaRPr lang="en-IN"/>
        </a:p>
      </dgm:t>
    </dgm:pt>
    <dgm:pt modelId="{26F1C0BC-A864-4BA9-86D9-C625EDDC6655}">
      <dgm:prSet/>
      <dgm:spPr/>
      <dgm:t>
        <a:bodyPr/>
        <a:lstStyle/>
        <a:p>
          <a:r>
            <a:rPr lang="en-US" b="1" i="0" baseline="0"/>
            <a:t>Disease Classifier Head</a:t>
          </a:r>
          <a:r>
            <a:rPr lang="en-US" b="0" i="0" baseline="0"/>
            <a:t>: Fully-connected layers to classify disease (softmax)</a:t>
          </a:r>
          <a:endParaRPr lang="en-IN"/>
        </a:p>
      </dgm:t>
    </dgm:pt>
    <dgm:pt modelId="{909CC98D-800B-442D-8A4F-8580466125A6}" type="parTrans" cxnId="{A3D1C56F-0D0A-49FE-B685-C1362B9AE2FC}">
      <dgm:prSet/>
      <dgm:spPr/>
      <dgm:t>
        <a:bodyPr/>
        <a:lstStyle/>
        <a:p>
          <a:endParaRPr lang="en-IN"/>
        </a:p>
      </dgm:t>
    </dgm:pt>
    <dgm:pt modelId="{03B868B8-5B5F-4641-B18A-A84DE3FDFE45}" type="sibTrans" cxnId="{A3D1C56F-0D0A-49FE-B685-C1362B9AE2FC}">
      <dgm:prSet/>
      <dgm:spPr/>
      <dgm:t>
        <a:bodyPr/>
        <a:lstStyle/>
        <a:p>
          <a:endParaRPr lang="en-IN"/>
        </a:p>
      </dgm:t>
    </dgm:pt>
    <dgm:pt modelId="{368BEE20-86F3-47C2-8186-14BC4EC7BC61}">
      <dgm:prSet/>
      <dgm:spPr/>
      <dgm:t>
        <a:bodyPr/>
        <a:lstStyle/>
        <a:p>
          <a:r>
            <a:rPr lang="en-US" b="1" i="0" baseline="0"/>
            <a:t>Domain Classifier Head (Crop)</a:t>
          </a:r>
          <a:r>
            <a:rPr lang="en-US" b="0" i="0" baseline="0"/>
            <a:t>: Connected via </a:t>
          </a:r>
          <a:r>
            <a:rPr lang="en-US" b="1" i="0" baseline="0"/>
            <a:t>Gradient Reversal Layer (GRL)</a:t>
          </a:r>
          <a:r>
            <a:rPr lang="en-US" b="0" i="0" baseline="0"/>
            <a:t> for adversarial crop suppression</a:t>
          </a:r>
          <a:endParaRPr lang="en-IN"/>
        </a:p>
      </dgm:t>
    </dgm:pt>
    <dgm:pt modelId="{9E17016C-B9D2-49A7-A2F9-5B06DD7B00DC}" type="parTrans" cxnId="{96252401-6108-4FE7-BCB9-6D2A1DA687C4}">
      <dgm:prSet/>
      <dgm:spPr/>
      <dgm:t>
        <a:bodyPr/>
        <a:lstStyle/>
        <a:p>
          <a:endParaRPr lang="en-IN"/>
        </a:p>
      </dgm:t>
    </dgm:pt>
    <dgm:pt modelId="{86E150B6-75D4-42BB-8FC4-70CAC45E1F03}" type="sibTrans" cxnId="{96252401-6108-4FE7-BCB9-6D2A1DA687C4}">
      <dgm:prSet/>
      <dgm:spPr/>
      <dgm:t>
        <a:bodyPr/>
        <a:lstStyle/>
        <a:p>
          <a:endParaRPr lang="en-IN"/>
        </a:p>
      </dgm:t>
    </dgm:pt>
    <dgm:pt modelId="{940AFD39-C934-43B2-B7FD-D601031367BF}">
      <dgm:prSet/>
      <dgm:spPr/>
      <dgm:t>
        <a:bodyPr/>
        <a:lstStyle/>
        <a:p>
          <a:r>
            <a:rPr lang="en-US" b="0" i="0" baseline="0"/>
            <a:t>🎯 </a:t>
          </a:r>
          <a:r>
            <a:rPr lang="en-US" b="1" i="0" baseline="0"/>
            <a:t>Training Objective</a:t>
          </a:r>
          <a:endParaRPr lang="en-IN"/>
        </a:p>
      </dgm:t>
    </dgm:pt>
    <dgm:pt modelId="{BAB23331-D469-4CF9-83AD-2F37959B4783}" type="parTrans" cxnId="{EA275AD0-5234-41CF-91C2-5BEF40BC2C3D}">
      <dgm:prSet/>
      <dgm:spPr/>
      <dgm:t>
        <a:bodyPr/>
        <a:lstStyle/>
        <a:p>
          <a:endParaRPr lang="en-IN"/>
        </a:p>
      </dgm:t>
    </dgm:pt>
    <dgm:pt modelId="{FA117B1D-F677-44FB-9A5A-BB30C83CD583}" type="sibTrans" cxnId="{EA275AD0-5234-41CF-91C2-5BEF40BC2C3D}">
      <dgm:prSet/>
      <dgm:spPr/>
      <dgm:t>
        <a:bodyPr/>
        <a:lstStyle/>
        <a:p>
          <a:endParaRPr lang="en-IN"/>
        </a:p>
      </dgm:t>
    </dgm:pt>
    <dgm:pt modelId="{163C2626-D193-4321-873B-AA83C8DEA19C}">
      <dgm:prSet/>
      <dgm:spPr/>
      <dgm:t>
        <a:bodyPr/>
        <a:lstStyle/>
        <a:p>
          <a:r>
            <a:rPr lang="en-US" b="0" i="0" baseline="0"/>
            <a:t>Optimize combined loss:</a:t>
          </a:r>
          <a:br>
            <a:rPr lang="en-US" b="0" i="0" baseline="0"/>
          </a:br>
          <a:r>
            <a:rPr lang="en-US" b="0" i="0" baseline="0"/>
            <a:t>Total Loss = Disease Classification Loss + λ × Crop Adversarial Loss</a:t>
          </a:r>
          <a:endParaRPr lang="en-IN"/>
        </a:p>
      </dgm:t>
    </dgm:pt>
    <dgm:pt modelId="{6200C973-D3C1-4BD0-ABA8-10D26FBDB037}" type="parTrans" cxnId="{8E686097-405A-49F0-8026-EDD68D0813A0}">
      <dgm:prSet/>
      <dgm:spPr/>
      <dgm:t>
        <a:bodyPr/>
        <a:lstStyle/>
        <a:p>
          <a:endParaRPr lang="en-IN"/>
        </a:p>
      </dgm:t>
    </dgm:pt>
    <dgm:pt modelId="{85A187BA-6607-407E-9C98-187384EBCA89}" type="sibTrans" cxnId="{8E686097-405A-49F0-8026-EDD68D0813A0}">
      <dgm:prSet/>
      <dgm:spPr/>
      <dgm:t>
        <a:bodyPr/>
        <a:lstStyle/>
        <a:p>
          <a:endParaRPr lang="en-IN"/>
        </a:p>
      </dgm:t>
    </dgm:pt>
    <dgm:pt modelId="{8C7EE9CD-A0E5-468C-9704-FB6FDA0B4E55}" type="pres">
      <dgm:prSet presAssocID="{33DE2CEF-9A43-4502-8497-18B069F0BE30}" presName="Name0" presStyleCnt="0">
        <dgm:presLayoutVars>
          <dgm:dir/>
          <dgm:resizeHandles val="exact"/>
        </dgm:presLayoutVars>
      </dgm:prSet>
      <dgm:spPr/>
    </dgm:pt>
    <dgm:pt modelId="{27474861-76AA-4990-8A9D-8F8FC10E7C5C}" type="pres">
      <dgm:prSet presAssocID="{4CD1B91B-764B-4F7D-A349-2638E1FB7F8E}" presName="node" presStyleLbl="node1" presStyleIdx="0" presStyleCnt="6">
        <dgm:presLayoutVars>
          <dgm:bulletEnabled val="1"/>
        </dgm:presLayoutVars>
      </dgm:prSet>
      <dgm:spPr/>
    </dgm:pt>
    <dgm:pt modelId="{3DFDB862-2E12-4785-8026-47E8D245DF9B}" type="pres">
      <dgm:prSet presAssocID="{BF4EEA1D-480F-4DB9-87E8-34FBA1F326EE}" presName="sibTrans" presStyleLbl="sibTrans2D1" presStyleIdx="0" presStyleCnt="5"/>
      <dgm:spPr/>
    </dgm:pt>
    <dgm:pt modelId="{54EBC7D4-349A-4DA9-A13E-6AD4C1A8AA5A}" type="pres">
      <dgm:prSet presAssocID="{BF4EEA1D-480F-4DB9-87E8-34FBA1F326EE}" presName="connectorText" presStyleLbl="sibTrans2D1" presStyleIdx="0" presStyleCnt="5"/>
      <dgm:spPr/>
    </dgm:pt>
    <dgm:pt modelId="{55C505F8-EEFD-47DF-AD19-4EFAC11E5298}" type="pres">
      <dgm:prSet presAssocID="{F0B02DD7-69FD-491C-89D0-7CAF5B0C8821}" presName="node" presStyleLbl="node1" presStyleIdx="1" presStyleCnt="6">
        <dgm:presLayoutVars>
          <dgm:bulletEnabled val="1"/>
        </dgm:presLayoutVars>
      </dgm:prSet>
      <dgm:spPr/>
    </dgm:pt>
    <dgm:pt modelId="{5CCDC55B-E3F8-4A1A-BF82-A2645380A13F}" type="pres">
      <dgm:prSet presAssocID="{03A958EB-6427-4668-81E4-0322E235FCEC}" presName="sibTrans" presStyleLbl="sibTrans2D1" presStyleIdx="1" presStyleCnt="5"/>
      <dgm:spPr/>
    </dgm:pt>
    <dgm:pt modelId="{E6B01E27-B675-462D-97F4-C41F3EE1018B}" type="pres">
      <dgm:prSet presAssocID="{03A958EB-6427-4668-81E4-0322E235FCEC}" presName="connectorText" presStyleLbl="sibTrans2D1" presStyleIdx="1" presStyleCnt="5"/>
      <dgm:spPr/>
    </dgm:pt>
    <dgm:pt modelId="{ECE62352-29D7-4489-9A20-CDF254AF3989}" type="pres">
      <dgm:prSet presAssocID="{26F1C0BC-A864-4BA9-86D9-C625EDDC6655}" presName="node" presStyleLbl="node1" presStyleIdx="2" presStyleCnt="6">
        <dgm:presLayoutVars>
          <dgm:bulletEnabled val="1"/>
        </dgm:presLayoutVars>
      </dgm:prSet>
      <dgm:spPr/>
    </dgm:pt>
    <dgm:pt modelId="{735688ED-36A1-4281-856C-FBB1AC69675F}" type="pres">
      <dgm:prSet presAssocID="{03B868B8-5B5F-4641-B18A-A84DE3FDFE45}" presName="sibTrans" presStyleLbl="sibTrans2D1" presStyleIdx="2" presStyleCnt="5"/>
      <dgm:spPr/>
    </dgm:pt>
    <dgm:pt modelId="{5FF9EE0F-82BD-43A7-9A9A-44828CC2957B}" type="pres">
      <dgm:prSet presAssocID="{03B868B8-5B5F-4641-B18A-A84DE3FDFE45}" presName="connectorText" presStyleLbl="sibTrans2D1" presStyleIdx="2" presStyleCnt="5"/>
      <dgm:spPr/>
    </dgm:pt>
    <dgm:pt modelId="{F7697A4E-F09B-43C8-B169-6AF67680EB90}" type="pres">
      <dgm:prSet presAssocID="{368BEE20-86F3-47C2-8186-14BC4EC7BC61}" presName="node" presStyleLbl="node1" presStyleIdx="3" presStyleCnt="6">
        <dgm:presLayoutVars>
          <dgm:bulletEnabled val="1"/>
        </dgm:presLayoutVars>
      </dgm:prSet>
      <dgm:spPr/>
    </dgm:pt>
    <dgm:pt modelId="{E91D3A88-59BA-45AD-B2A9-1432625E5194}" type="pres">
      <dgm:prSet presAssocID="{86E150B6-75D4-42BB-8FC4-70CAC45E1F03}" presName="sibTrans" presStyleLbl="sibTrans2D1" presStyleIdx="3" presStyleCnt="5"/>
      <dgm:spPr/>
    </dgm:pt>
    <dgm:pt modelId="{8100D7E5-6281-4C53-B5E0-6BCE9B9B6A6E}" type="pres">
      <dgm:prSet presAssocID="{86E150B6-75D4-42BB-8FC4-70CAC45E1F03}" presName="connectorText" presStyleLbl="sibTrans2D1" presStyleIdx="3" presStyleCnt="5"/>
      <dgm:spPr/>
    </dgm:pt>
    <dgm:pt modelId="{1BBCE186-46A9-426D-ABDA-1554733E4CF5}" type="pres">
      <dgm:prSet presAssocID="{940AFD39-C934-43B2-B7FD-D601031367BF}" presName="node" presStyleLbl="node1" presStyleIdx="4" presStyleCnt="6">
        <dgm:presLayoutVars>
          <dgm:bulletEnabled val="1"/>
        </dgm:presLayoutVars>
      </dgm:prSet>
      <dgm:spPr/>
    </dgm:pt>
    <dgm:pt modelId="{15D3255E-B3FD-460D-A10E-C2BF28E14275}" type="pres">
      <dgm:prSet presAssocID="{FA117B1D-F677-44FB-9A5A-BB30C83CD583}" presName="sibTrans" presStyleLbl="sibTrans2D1" presStyleIdx="4" presStyleCnt="5"/>
      <dgm:spPr/>
    </dgm:pt>
    <dgm:pt modelId="{7F4E0E67-D389-4AB6-AA94-26C88148E120}" type="pres">
      <dgm:prSet presAssocID="{FA117B1D-F677-44FB-9A5A-BB30C83CD583}" presName="connectorText" presStyleLbl="sibTrans2D1" presStyleIdx="4" presStyleCnt="5"/>
      <dgm:spPr/>
    </dgm:pt>
    <dgm:pt modelId="{0C8E1583-B8E9-49E4-8A6E-78903C6710AF}" type="pres">
      <dgm:prSet presAssocID="{163C2626-D193-4321-873B-AA83C8DEA19C}" presName="node" presStyleLbl="node1" presStyleIdx="5" presStyleCnt="6">
        <dgm:presLayoutVars>
          <dgm:bulletEnabled val="1"/>
        </dgm:presLayoutVars>
      </dgm:prSet>
      <dgm:spPr/>
    </dgm:pt>
  </dgm:ptLst>
  <dgm:cxnLst>
    <dgm:cxn modelId="{96252401-6108-4FE7-BCB9-6D2A1DA687C4}" srcId="{33DE2CEF-9A43-4502-8497-18B069F0BE30}" destId="{368BEE20-86F3-47C2-8186-14BC4EC7BC61}" srcOrd="3" destOrd="0" parTransId="{9E17016C-B9D2-49A7-A2F9-5B06DD7B00DC}" sibTransId="{86E150B6-75D4-42BB-8FC4-70CAC45E1F03}"/>
    <dgm:cxn modelId="{87AD1508-8452-4419-B8DC-30111A0F00BD}" type="presOf" srcId="{86E150B6-75D4-42BB-8FC4-70CAC45E1F03}" destId="{E91D3A88-59BA-45AD-B2A9-1432625E5194}" srcOrd="0" destOrd="0" presId="urn:microsoft.com/office/officeart/2005/8/layout/process1"/>
    <dgm:cxn modelId="{715C1C16-03C7-4D91-82FD-38B43AA00F8F}" type="presOf" srcId="{03B868B8-5B5F-4641-B18A-A84DE3FDFE45}" destId="{735688ED-36A1-4281-856C-FBB1AC69675F}" srcOrd="0" destOrd="0" presId="urn:microsoft.com/office/officeart/2005/8/layout/process1"/>
    <dgm:cxn modelId="{8B64D33C-EA39-4F08-80FF-48CEAE6C9DB8}" srcId="{33DE2CEF-9A43-4502-8497-18B069F0BE30}" destId="{F0B02DD7-69FD-491C-89D0-7CAF5B0C8821}" srcOrd="1" destOrd="0" parTransId="{B8F28551-EB82-4DB3-B0E9-9E7A94257E5D}" sibTransId="{03A958EB-6427-4668-81E4-0322E235FCEC}"/>
    <dgm:cxn modelId="{B24A213E-7AF1-4780-A0A7-9020D2234FF7}" type="presOf" srcId="{4CD1B91B-764B-4F7D-A349-2638E1FB7F8E}" destId="{27474861-76AA-4990-8A9D-8F8FC10E7C5C}" srcOrd="0" destOrd="0" presId="urn:microsoft.com/office/officeart/2005/8/layout/process1"/>
    <dgm:cxn modelId="{E9AFBC5D-3EF1-456C-953B-2CB3F346E7E3}" type="presOf" srcId="{33DE2CEF-9A43-4502-8497-18B069F0BE30}" destId="{8C7EE9CD-A0E5-468C-9704-FB6FDA0B4E55}" srcOrd="0" destOrd="0" presId="urn:microsoft.com/office/officeart/2005/8/layout/process1"/>
    <dgm:cxn modelId="{6E007643-2586-4329-8F1E-FC7D1BF999D8}" type="presOf" srcId="{BF4EEA1D-480F-4DB9-87E8-34FBA1F326EE}" destId="{3DFDB862-2E12-4785-8026-47E8D245DF9B}" srcOrd="0" destOrd="0" presId="urn:microsoft.com/office/officeart/2005/8/layout/process1"/>
    <dgm:cxn modelId="{A3D1C56F-0D0A-49FE-B685-C1362B9AE2FC}" srcId="{33DE2CEF-9A43-4502-8497-18B069F0BE30}" destId="{26F1C0BC-A864-4BA9-86D9-C625EDDC6655}" srcOrd="2" destOrd="0" parTransId="{909CC98D-800B-442D-8A4F-8580466125A6}" sibTransId="{03B868B8-5B5F-4641-B18A-A84DE3FDFE45}"/>
    <dgm:cxn modelId="{3BB28456-8073-4312-9A66-06E9D772FD0F}" type="presOf" srcId="{03A958EB-6427-4668-81E4-0322E235FCEC}" destId="{5CCDC55B-E3F8-4A1A-BF82-A2645380A13F}" srcOrd="0" destOrd="0" presId="urn:microsoft.com/office/officeart/2005/8/layout/process1"/>
    <dgm:cxn modelId="{C3C45B84-6293-4E46-A454-FCC9E8B419B1}" type="presOf" srcId="{86E150B6-75D4-42BB-8FC4-70CAC45E1F03}" destId="{8100D7E5-6281-4C53-B5E0-6BCE9B9B6A6E}" srcOrd="1" destOrd="0" presId="urn:microsoft.com/office/officeart/2005/8/layout/process1"/>
    <dgm:cxn modelId="{D637B78E-8D4D-45D8-BEF7-D6079AF670B0}" type="presOf" srcId="{F0B02DD7-69FD-491C-89D0-7CAF5B0C8821}" destId="{55C505F8-EEFD-47DF-AD19-4EFAC11E5298}" srcOrd="0" destOrd="0" presId="urn:microsoft.com/office/officeart/2005/8/layout/process1"/>
    <dgm:cxn modelId="{8E686097-405A-49F0-8026-EDD68D0813A0}" srcId="{33DE2CEF-9A43-4502-8497-18B069F0BE30}" destId="{163C2626-D193-4321-873B-AA83C8DEA19C}" srcOrd="5" destOrd="0" parTransId="{6200C973-D3C1-4BD0-ABA8-10D26FBDB037}" sibTransId="{85A187BA-6607-407E-9C98-187384EBCA89}"/>
    <dgm:cxn modelId="{1637DCA0-CC37-4E85-98DF-0908226A114F}" srcId="{33DE2CEF-9A43-4502-8497-18B069F0BE30}" destId="{4CD1B91B-764B-4F7D-A349-2638E1FB7F8E}" srcOrd="0" destOrd="0" parTransId="{F69FEABF-06AF-49B3-8C46-3E6A1EE54B54}" sibTransId="{BF4EEA1D-480F-4DB9-87E8-34FBA1F326EE}"/>
    <dgm:cxn modelId="{F2F550A1-1B0F-472F-B36A-D44E284C1F78}" type="presOf" srcId="{26F1C0BC-A864-4BA9-86D9-C625EDDC6655}" destId="{ECE62352-29D7-4489-9A20-CDF254AF3989}" srcOrd="0" destOrd="0" presId="urn:microsoft.com/office/officeart/2005/8/layout/process1"/>
    <dgm:cxn modelId="{A2F088AB-346E-4AAD-AEBD-236DF1A81F23}" type="presOf" srcId="{BF4EEA1D-480F-4DB9-87E8-34FBA1F326EE}" destId="{54EBC7D4-349A-4DA9-A13E-6AD4C1A8AA5A}" srcOrd="1" destOrd="0" presId="urn:microsoft.com/office/officeart/2005/8/layout/process1"/>
    <dgm:cxn modelId="{347B30B0-E57E-4310-9B93-E8153BD1F013}" type="presOf" srcId="{03B868B8-5B5F-4641-B18A-A84DE3FDFE45}" destId="{5FF9EE0F-82BD-43A7-9A9A-44828CC2957B}" srcOrd="1" destOrd="0" presId="urn:microsoft.com/office/officeart/2005/8/layout/process1"/>
    <dgm:cxn modelId="{17CC49C8-BB01-439E-B045-4413FEEB2D60}" type="presOf" srcId="{940AFD39-C934-43B2-B7FD-D601031367BF}" destId="{1BBCE186-46A9-426D-ABDA-1554733E4CF5}" srcOrd="0" destOrd="0" presId="urn:microsoft.com/office/officeart/2005/8/layout/process1"/>
    <dgm:cxn modelId="{EA275AD0-5234-41CF-91C2-5BEF40BC2C3D}" srcId="{33DE2CEF-9A43-4502-8497-18B069F0BE30}" destId="{940AFD39-C934-43B2-B7FD-D601031367BF}" srcOrd="4" destOrd="0" parTransId="{BAB23331-D469-4CF9-83AD-2F37959B4783}" sibTransId="{FA117B1D-F677-44FB-9A5A-BB30C83CD583}"/>
    <dgm:cxn modelId="{4CFCBFD1-58CE-4FE4-A932-AAD6CF9DE928}" type="presOf" srcId="{FA117B1D-F677-44FB-9A5A-BB30C83CD583}" destId="{15D3255E-B3FD-460D-A10E-C2BF28E14275}" srcOrd="0" destOrd="0" presId="urn:microsoft.com/office/officeart/2005/8/layout/process1"/>
    <dgm:cxn modelId="{02538FD2-26C8-4930-AFFE-79754B2D737D}" type="presOf" srcId="{FA117B1D-F677-44FB-9A5A-BB30C83CD583}" destId="{7F4E0E67-D389-4AB6-AA94-26C88148E120}" srcOrd="1" destOrd="0" presId="urn:microsoft.com/office/officeart/2005/8/layout/process1"/>
    <dgm:cxn modelId="{2755C5D3-C117-4F6E-BAEA-143869A1C32E}" type="presOf" srcId="{03A958EB-6427-4668-81E4-0322E235FCEC}" destId="{E6B01E27-B675-462D-97F4-C41F3EE1018B}" srcOrd="1" destOrd="0" presId="urn:microsoft.com/office/officeart/2005/8/layout/process1"/>
    <dgm:cxn modelId="{65AB66DE-748D-43EF-9120-DEDCE8AB4220}" type="presOf" srcId="{163C2626-D193-4321-873B-AA83C8DEA19C}" destId="{0C8E1583-B8E9-49E4-8A6E-78903C6710AF}" srcOrd="0" destOrd="0" presId="urn:microsoft.com/office/officeart/2005/8/layout/process1"/>
    <dgm:cxn modelId="{F1D640E5-3134-4A69-BAE0-9DECFBA09A9A}" type="presOf" srcId="{368BEE20-86F3-47C2-8186-14BC4EC7BC61}" destId="{F7697A4E-F09B-43C8-B169-6AF67680EB90}" srcOrd="0" destOrd="0" presId="urn:microsoft.com/office/officeart/2005/8/layout/process1"/>
    <dgm:cxn modelId="{3BC10D48-4C4C-46F9-AE0B-7B5B94EE1553}" type="presParOf" srcId="{8C7EE9CD-A0E5-468C-9704-FB6FDA0B4E55}" destId="{27474861-76AA-4990-8A9D-8F8FC10E7C5C}" srcOrd="0" destOrd="0" presId="urn:microsoft.com/office/officeart/2005/8/layout/process1"/>
    <dgm:cxn modelId="{89F91AB8-2486-4020-B1E8-87756FFC8383}" type="presParOf" srcId="{8C7EE9CD-A0E5-468C-9704-FB6FDA0B4E55}" destId="{3DFDB862-2E12-4785-8026-47E8D245DF9B}" srcOrd="1" destOrd="0" presId="urn:microsoft.com/office/officeart/2005/8/layout/process1"/>
    <dgm:cxn modelId="{DB218557-CEE2-4FEB-A805-A31B7BBF0902}" type="presParOf" srcId="{3DFDB862-2E12-4785-8026-47E8D245DF9B}" destId="{54EBC7D4-349A-4DA9-A13E-6AD4C1A8AA5A}" srcOrd="0" destOrd="0" presId="urn:microsoft.com/office/officeart/2005/8/layout/process1"/>
    <dgm:cxn modelId="{0DF98DAD-6679-4F3A-BF05-5F93DD5B5047}" type="presParOf" srcId="{8C7EE9CD-A0E5-468C-9704-FB6FDA0B4E55}" destId="{55C505F8-EEFD-47DF-AD19-4EFAC11E5298}" srcOrd="2" destOrd="0" presId="urn:microsoft.com/office/officeart/2005/8/layout/process1"/>
    <dgm:cxn modelId="{C10A83F1-EB0A-4811-BB42-93A6D6476672}" type="presParOf" srcId="{8C7EE9CD-A0E5-468C-9704-FB6FDA0B4E55}" destId="{5CCDC55B-E3F8-4A1A-BF82-A2645380A13F}" srcOrd="3" destOrd="0" presId="urn:microsoft.com/office/officeart/2005/8/layout/process1"/>
    <dgm:cxn modelId="{401945FB-4562-4F36-9892-FD906169F554}" type="presParOf" srcId="{5CCDC55B-E3F8-4A1A-BF82-A2645380A13F}" destId="{E6B01E27-B675-462D-97F4-C41F3EE1018B}" srcOrd="0" destOrd="0" presId="urn:microsoft.com/office/officeart/2005/8/layout/process1"/>
    <dgm:cxn modelId="{DBF5C61F-6194-4560-A50A-7387D9F09D5C}" type="presParOf" srcId="{8C7EE9CD-A0E5-468C-9704-FB6FDA0B4E55}" destId="{ECE62352-29D7-4489-9A20-CDF254AF3989}" srcOrd="4" destOrd="0" presId="urn:microsoft.com/office/officeart/2005/8/layout/process1"/>
    <dgm:cxn modelId="{9414053C-D293-4CD6-B254-78F603AA9348}" type="presParOf" srcId="{8C7EE9CD-A0E5-468C-9704-FB6FDA0B4E55}" destId="{735688ED-36A1-4281-856C-FBB1AC69675F}" srcOrd="5" destOrd="0" presId="urn:microsoft.com/office/officeart/2005/8/layout/process1"/>
    <dgm:cxn modelId="{CE6A3A57-864F-450F-A51C-4F6136410F96}" type="presParOf" srcId="{735688ED-36A1-4281-856C-FBB1AC69675F}" destId="{5FF9EE0F-82BD-43A7-9A9A-44828CC2957B}" srcOrd="0" destOrd="0" presId="urn:microsoft.com/office/officeart/2005/8/layout/process1"/>
    <dgm:cxn modelId="{CA175DF9-3E2A-44DE-8A5B-63E7F4F5E25E}" type="presParOf" srcId="{8C7EE9CD-A0E5-468C-9704-FB6FDA0B4E55}" destId="{F7697A4E-F09B-43C8-B169-6AF67680EB90}" srcOrd="6" destOrd="0" presId="urn:microsoft.com/office/officeart/2005/8/layout/process1"/>
    <dgm:cxn modelId="{9EDDD3E2-B070-4F56-AA0F-3545BFFF72F6}" type="presParOf" srcId="{8C7EE9CD-A0E5-468C-9704-FB6FDA0B4E55}" destId="{E91D3A88-59BA-45AD-B2A9-1432625E5194}" srcOrd="7" destOrd="0" presId="urn:microsoft.com/office/officeart/2005/8/layout/process1"/>
    <dgm:cxn modelId="{03E16F4D-9DD8-4C7F-863F-1BB3E47F2333}" type="presParOf" srcId="{E91D3A88-59BA-45AD-B2A9-1432625E5194}" destId="{8100D7E5-6281-4C53-B5E0-6BCE9B9B6A6E}" srcOrd="0" destOrd="0" presId="urn:microsoft.com/office/officeart/2005/8/layout/process1"/>
    <dgm:cxn modelId="{540FA1E1-EC9D-435D-BC1C-03536036F341}" type="presParOf" srcId="{8C7EE9CD-A0E5-468C-9704-FB6FDA0B4E55}" destId="{1BBCE186-46A9-426D-ABDA-1554733E4CF5}" srcOrd="8" destOrd="0" presId="urn:microsoft.com/office/officeart/2005/8/layout/process1"/>
    <dgm:cxn modelId="{AE2C5BF6-4AD1-4FD3-8DE6-3D40260E18D4}" type="presParOf" srcId="{8C7EE9CD-A0E5-468C-9704-FB6FDA0B4E55}" destId="{15D3255E-B3FD-460D-A10E-C2BF28E14275}" srcOrd="9" destOrd="0" presId="urn:microsoft.com/office/officeart/2005/8/layout/process1"/>
    <dgm:cxn modelId="{2C61A194-3449-4955-AAEC-3955133268C7}" type="presParOf" srcId="{15D3255E-B3FD-460D-A10E-C2BF28E14275}" destId="{7F4E0E67-D389-4AB6-AA94-26C88148E120}" srcOrd="0" destOrd="0" presId="urn:microsoft.com/office/officeart/2005/8/layout/process1"/>
    <dgm:cxn modelId="{80D0CEEA-1EBA-4941-9E62-9519E6A17202}" type="presParOf" srcId="{8C7EE9CD-A0E5-468C-9704-FB6FDA0B4E55}" destId="{0C8E1583-B8E9-49E4-8A6E-78903C6710A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A521905-A242-4BAA-87F9-AA3A6DF4CF1E}" type="doc">
      <dgm:prSet loTypeId="urn:microsoft.com/office/officeart/2011/layout/CircleProcess" loCatId="process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08612664-BB01-4EAC-906D-00154EB2840B}">
      <dgm:prSet/>
      <dgm:spPr/>
      <dgm:t>
        <a:bodyPr/>
        <a:lstStyle/>
        <a:p>
          <a:r>
            <a:rPr lang="en-US" b="0" i="0" baseline="0"/>
            <a:t>📈 </a:t>
          </a:r>
          <a:r>
            <a:rPr lang="en-US" b="1" i="0" baseline="0"/>
            <a:t>Goal</a:t>
          </a:r>
          <a:endParaRPr lang="en-IN"/>
        </a:p>
      </dgm:t>
    </dgm:pt>
    <dgm:pt modelId="{02EEE6A3-224D-4879-A0CA-4BF94B2035E3}" type="parTrans" cxnId="{BDD8E342-2FC9-4363-8D3B-7F5FF55143C8}">
      <dgm:prSet/>
      <dgm:spPr/>
      <dgm:t>
        <a:bodyPr/>
        <a:lstStyle/>
        <a:p>
          <a:endParaRPr lang="en-IN"/>
        </a:p>
      </dgm:t>
    </dgm:pt>
    <dgm:pt modelId="{5D8EFCF9-C09E-4B07-953A-23DFFAB1AF28}" type="sibTrans" cxnId="{BDD8E342-2FC9-4363-8D3B-7F5FF55143C8}">
      <dgm:prSet/>
      <dgm:spPr/>
      <dgm:t>
        <a:bodyPr/>
        <a:lstStyle/>
        <a:p>
          <a:endParaRPr lang="en-IN"/>
        </a:p>
      </dgm:t>
    </dgm:pt>
    <dgm:pt modelId="{7091EF35-A948-4D1B-AE2A-979F8E2B7467}">
      <dgm:prSet/>
      <dgm:spPr/>
      <dgm:t>
        <a:bodyPr/>
        <a:lstStyle/>
        <a:p>
          <a:r>
            <a:rPr lang="en-US" b="1" i="0" baseline="0"/>
            <a:t>Minimize crop bias</a:t>
          </a:r>
          <a:r>
            <a:rPr lang="en-US" b="0" i="0" baseline="0"/>
            <a:t> in learned features</a:t>
          </a:r>
          <a:endParaRPr lang="en-IN"/>
        </a:p>
      </dgm:t>
    </dgm:pt>
    <dgm:pt modelId="{E87163A0-50EE-4DE3-9953-2FE45BDECA77}" type="parTrans" cxnId="{DC12CC0C-455E-4F27-9CE0-B25868913197}">
      <dgm:prSet/>
      <dgm:spPr/>
      <dgm:t>
        <a:bodyPr/>
        <a:lstStyle/>
        <a:p>
          <a:endParaRPr lang="en-IN"/>
        </a:p>
      </dgm:t>
    </dgm:pt>
    <dgm:pt modelId="{3FABF267-E15B-4CAB-AAF5-11635A908216}" type="sibTrans" cxnId="{DC12CC0C-455E-4F27-9CE0-B25868913197}">
      <dgm:prSet/>
      <dgm:spPr/>
      <dgm:t>
        <a:bodyPr/>
        <a:lstStyle/>
        <a:p>
          <a:endParaRPr lang="en-IN"/>
        </a:p>
      </dgm:t>
    </dgm:pt>
    <dgm:pt modelId="{F8E54E56-5B58-4B20-B9FB-800EE96C3B3B}">
      <dgm:prSet/>
      <dgm:spPr/>
      <dgm:t>
        <a:bodyPr/>
        <a:lstStyle/>
        <a:p>
          <a:r>
            <a:rPr lang="en-US" b="1" i="0" baseline="0"/>
            <a:t>Enhance disease detection generalization across crops</a:t>
          </a:r>
          <a:endParaRPr lang="en-IN"/>
        </a:p>
      </dgm:t>
    </dgm:pt>
    <dgm:pt modelId="{A5A48677-1855-47B5-B79D-38D55113C4CA}" type="parTrans" cxnId="{AACC39A7-BCA1-49AB-B1E9-43E09BED54CE}">
      <dgm:prSet/>
      <dgm:spPr/>
      <dgm:t>
        <a:bodyPr/>
        <a:lstStyle/>
        <a:p>
          <a:endParaRPr lang="en-IN"/>
        </a:p>
      </dgm:t>
    </dgm:pt>
    <dgm:pt modelId="{F1F572D4-1F77-41FC-93BA-E231A26B0705}" type="sibTrans" cxnId="{AACC39A7-BCA1-49AB-B1E9-43E09BED54CE}">
      <dgm:prSet/>
      <dgm:spPr/>
      <dgm:t>
        <a:bodyPr/>
        <a:lstStyle/>
        <a:p>
          <a:endParaRPr lang="en-IN"/>
        </a:p>
      </dgm:t>
    </dgm:pt>
    <dgm:pt modelId="{AA0CA1AD-4A50-4BDF-B93F-360C24883C25}" type="pres">
      <dgm:prSet presAssocID="{5A521905-A242-4BAA-87F9-AA3A6DF4CF1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32132EAA-FF70-4D3D-BE28-10C3C2D39496}" type="pres">
      <dgm:prSet presAssocID="{F8E54E56-5B58-4B20-B9FB-800EE96C3B3B}" presName="Accent3" presStyleCnt="0"/>
      <dgm:spPr/>
    </dgm:pt>
    <dgm:pt modelId="{2356850C-7AD7-482C-87F5-DD28A4932786}" type="pres">
      <dgm:prSet presAssocID="{F8E54E56-5B58-4B20-B9FB-800EE96C3B3B}" presName="Accent" presStyleLbl="node1" presStyleIdx="0" presStyleCnt="3"/>
      <dgm:spPr/>
    </dgm:pt>
    <dgm:pt modelId="{0E68B14D-C234-4652-8CC0-729CB4F6D535}" type="pres">
      <dgm:prSet presAssocID="{F8E54E56-5B58-4B20-B9FB-800EE96C3B3B}" presName="ParentBackground3" presStyleCnt="0"/>
      <dgm:spPr/>
    </dgm:pt>
    <dgm:pt modelId="{17699672-FCD3-454F-B361-4A7483EFFEB1}" type="pres">
      <dgm:prSet presAssocID="{F8E54E56-5B58-4B20-B9FB-800EE96C3B3B}" presName="ParentBackground" presStyleLbl="fgAcc1" presStyleIdx="0" presStyleCnt="3"/>
      <dgm:spPr/>
    </dgm:pt>
    <dgm:pt modelId="{473C3276-1B91-4147-B07D-D8E712B0F471}" type="pres">
      <dgm:prSet presAssocID="{F8E54E56-5B58-4B20-B9FB-800EE96C3B3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98621FE-D752-4D38-A743-5C7B1EEAE041}" type="pres">
      <dgm:prSet presAssocID="{7091EF35-A948-4D1B-AE2A-979F8E2B7467}" presName="Accent2" presStyleCnt="0"/>
      <dgm:spPr/>
    </dgm:pt>
    <dgm:pt modelId="{76B701D2-A111-429D-9633-A66A5CF1DCE8}" type="pres">
      <dgm:prSet presAssocID="{7091EF35-A948-4D1B-AE2A-979F8E2B7467}" presName="Accent" presStyleLbl="node1" presStyleIdx="1" presStyleCnt="3"/>
      <dgm:spPr/>
    </dgm:pt>
    <dgm:pt modelId="{FCE25FC9-588B-4B85-AF41-4055088D69CF}" type="pres">
      <dgm:prSet presAssocID="{7091EF35-A948-4D1B-AE2A-979F8E2B7467}" presName="ParentBackground2" presStyleCnt="0"/>
      <dgm:spPr/>
    </dgm:pt>
    <dgm:pt modelId="{7042BDBE-F5E7-46D4-8E6D-D236CE66C7FB}" type="pres">
      <dgm:prSet presAssocID="{7091EF35-A948-4D1B-AE2A-979F8E2B7467}" presName="ParentBackground" presStyleLbl="fgAcc1" presStyleIdx="1" presStyleCnt="3"/>
      <dgm:spPr/>
    </dgm:pt>
    <dgm:pt modelId="{0255D3B2-F8AC-4877-812F-DBD187BBE694}" type="pres">
      <dgm:prSet presAssocID="{7091EF35-A948-4D1B-AE2A-979F8E2B7467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5E1112D-DC10-490F-960B-33A85E50CEE4}" type="pres">
      <dgm:prSet presAssocID="{08612664-BB01-4EAC-906D-00154EB2840B}" presName="Accent1" presStyleCnt="0"/>
      <dgm:spPr/>
    </dgm:pt>
    <dgm:pt modelId="{DC52FA7F-8B6C-4D45-ADBB-EA73C676E319}" type="pres">
      <dgm:prSet presAssocID="{08612664-BB01-4EAC-906D-00154EB2840B}" presName="Accent" presStyleLbl="node1" presStyleIdx="2" presStyleCnt="3"/>
      <dgm:spPr/>
    </dgm:pt>
    <dgm:pt modelId="{BAEDB857-FFFB-49E7-94E0-F49E4BB98B3C}" type="pres">
      <dgm:prSet presAssocID="{08612664-BB01-4EAC-906D-00154EB2840B}" presName="ParentBackground1" presStyleCnt="0"/>
      <dgm:spPr/>
    </dgm:pt>
    <dgm:pt modelId="{BA481B95-EE1D-4649-8955-A4C2FC085BB9}" type="pres">
      <dgm:prSet presAssocID="{08612664-BB01-4EAC-906D-00154EB2840B}" presName="ParentBackground" presStyleLbl="fgAcc1" presStyleIdx="2" presStyleCnt="3"/>
      <dgm:spPr/>
    </dgm:pt>
    <dgm:pt modelId="{5CB71BF4-B708-4D0C-9BC1-E95765BFAE86}" type="pres">
      <dgm:prSet presAssocID="{08612664-BB01-4EAC-906D-00154EB2840B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33C4B001-3022-4A97-BC97-EFD9C28FE94D}" type="presOf" srcId="{7091EF35-A948-4D1B-AE2A-979F8E2B7467}" destId="{0255D3B2-F8AC-4877-812F-DBD187BBE694}" srcOrd="1" destOrd="0" presId="urn:microsoft.com/office/officeart/2011/layout/CircleProcess"/>
    <dgm:cxn modelId="{DC12CC0C-455E-4F27-9CE0-B25868913197}" srcId="{5A521905-A242-4BAA-87F9-AA3A6DF4CF1E}" destId="{7091EF35-A948-4D1B-AE2A-979F8E2B7467}" srcOrd="1" destOrd="0" parTransId="{E87163A0-50EE-4DE3-9953-2FE45BDECA77}" sibTransId="{3FABF267-E15B-4CAB-AAF5-11635A908216}"/>
    <dgm:cxn modelId="{89F1A42B-B524-4781-A3DB-A739B909F937}" type="presOf" srcId="{08612664-BB01-4EAC-906D-00154EB2840B}" destId="{BA481B95-EE1D-4649-8955-A4C2FC085BB9}" srcOrd="0" destOrd="0" presId="urn:microsoft.com/office/officeart/2011/layout/CircleProcess"/>
    <dgm:cxn modelId="{3C61D02D-4015-4C32-AC9D-4B965C76D325}" type="presOf" srcId="{7091EF35-A948-4D1B-AE2A-979F8E2B7467}" destId="{7042BDBE-F5E7-46D4-8E6D-D236CE66C7FB}" srcOrd="0" destOrd="0" presId="urn:microsoft.com/office/officeart/2011/layout/CircleProcess"/>
    <dgm:cxn modelId="{9C607B35-4C13-423C-B856-F6182F239BC2}" type="presOf" srcId="{F8E54E56-5B58-4B20-B9FB-800EE96C3B3B}" destId="{17699672-FCD3-454F-B361-4A7483EFFEB1}" srcOrd="0" destOrd="0" presId="urn:microsoft.com/office/officeart/2011/layout/CircleProcess"/>
    <dgm:cxn modelId="{BDD8E342-2FC9-4363-8D3B-7F5FF55143C8}" srcId="{5A521905-A242-4BAA-87F9-AA3A6DF4CF1E}" destId="{08612664-BB01-4EAC-906D-00154EB2840B}" srcOrd="0" destOrd="0" parTransId="{02EEE6A3-224D-4879-A0CA-4BF94B2035E3}" sibTransId="{5D8EFCF9-C09E-4B07-953A-23DFFAB1AF28}"/>
    <dgm:cxn modelId="{A3B68C8C-7FB8-4279-B051-6AB0A72D5B1C}" type="presOf" srcId="{08612664-BB01-4EAC-906D-00154EB2840B}" destId="{5CB71BF4-B708-4D0C-9BC1-E95765BFAE86}" srcOrd="1" destOrd="0" presId="urn:microsoft.com/office/officeart/2011/layout/CircleProcess"/>
    <dgm:cxn modelId="{AACC39A7-BCA1-49AB-B1E9-43E09BED54CE}" srcId="{5A521905-A242-4BAA-87F9-AA3A6DF4CF1E}" destId="{F8E54E56-5B58-4B20-B9FB-800EE96C3B3B}" srcOrd="2" destOrd="0" parTransId="{A5A48677-1855-47B5-B79D-38D55113C4CA}" sibTransId="{F1F572D4-1F77-41FC-93BA-E231A26B0705}"/>
    <dgm:cxn modelId="{750ECBA7-5598-455E-86AA-254378FBC4B7}" type="presOf" srcId="{5A521905-A242-4BAA-87F9-AA3A6DF4CF1E}" destId="{AA0CA1AD-4A50-4BDF-B93F-360C24883C25}" srcOrd="0" destOrd="0" presId="urn:microsoft.com/office/officeart/2011/layout/CircleProcess"/>
    <dgm:cxn modelId="{DCD32AF9-EAD3-4DB9-96E3-48919AEC179A}" type="presOf" srcId="{F8E54E56-5B58-4B20-B9FB-800EE96C3B3B}" destId="{473C3276-1B91-4147-B07D-D8E712B0F471}" srcOrd="1" destOrd="0" presId="urn:microsoft.com/office/officeart/2011/layout/CircleProcess"/>
    <dgm:cxn modelId="{65280F9E-596B-4778-B9B7-AB883B9062B8}" type="presParOf" srcId="{AA0CA1AD-4A50-4BDF-B93F-360C24883C25}" destId="{32132EAA-FF70-4D3D-BE28-10C3C2D39496}" srcOrd="0" destOrd="0" presId="urn:microsoft.com/office/officeart/2011/layout/CircleProcess"/>
    <dgm:cxn modelId="{F53E986C-67AF-4469-AFED-4F45CCADE9D6}" type="presParOf" srcId="{32132EAA-FF70-4D3D-BE28-10C3C2D39496}" destId="{2356850C-7AD7-482C-87F5-DD28A4932786}" srcOrd="0" destOrd="0" presId="urn:microsoft.com/office/officeart/2011/layout/CircleProcess"/>
    <dgm:cxn modelId="{E136AE08-5EB7-4355-9CA0-A094590FADD3}" type="presParOf" srcId="{AA0CA1AD-4A50-4BDF-B93F-360C24883C25}" destId="{0E68B14D-C234-4652-8CC0-729CB4F6D535}" srcOrd="1" destOrd="0" presId="urn:microsoft.com/office/officeart/2011/layout/CircleProcess"/>
    <dgm:cxn modelId="{AE4D5C98-181C-42C1-A28B-9E4587A77570}" type="presParOf" srcId="{0E68B14D-C234-4652-8CC0-729CB4F6D535}" destId="{17699672-FCD3-454F-B361-4A7483EFFEB1}" srcOrd="0" destOrd="0" presId="urn:microsoft.com/office/officeart/2011/layout/CircleProcess"/>
    <dgm:cxn modelId="{C73DD2C6-6A4B-475A-870E-47058F8E8323}" type="presParOf" srcId="{AA0CA1AD-4A50-4BDF-B93F-360C24883C25}" destId="{473C3276-1B91-4147-B07D-D8E712B0F471}" srcOrd="2" destOrd="0" presId="urn:microsoft.com/office/officeart/2011/layout/CircleProcess"/>
    <dgm:cxn modelId="{392F2B80-CA44-4411-9F63-EF9FFA5D4ED3}" type="presParOf" srcId="{AA0CA1AD-4A50-4BDF-B93F-360C24883C25}" destId="{A98621FE-D752-4D38-A743-5C7B1EEAE041}" srcOrd="3" destOrd="0" presId="urn:microsoft.com/office/officeart/2011/layout/CircleProcess"/>
    <dgm:cxn modelId="{A837E3D8-A73F-4B54-B922-A0AEEAD200BE}" type="presParOf" srcId="{A98621FE-D752-4D38-A743-5C7B1EEAE041}" destId="{76B701D2-A111-429D-9633-A66A5CF1DCE8}" srcOrd="0" destOrd="0" presId="urn:microsoft.com/office/officeart/2011/layout/CircleProcess"/>
    <dgm:cxn modelId="{2D67E23D-660F-4B61-8E30-88B21C139570}" type="presParOf" srcId="{AA0CA1AD-4A50-4BDF-B93F-360C24883C25}" destId="{FCE25FC9-588B-4B85-AF41-4055088D69CF}" srcOrd="4" destOrd="0" presId="urn:microsoft.com/office/officeart/2011/layout/CircleProcess"/>
    <dgm:cxn modelId="{B8C8E410-08A3-4608-877A-C09683567292}" type="presParOf" srcId="{FCE25FC9-588B-4B85-AF41-4055088D69CF}" destId="{7042BDBE-F5E7-46D4-8E6D-D236CE66C7FB}" srcOrd="0" destOrd="0" presId="urn:microsoft.com/office/officeart/2011/layout/CircleProcess"/>
    <dgm:cxn modelId="{47D5615C-8129-42F4-BD74-C7D80F6497FF}" type="presParOf" srcId="{AA0CA1AD-4A50-4BDF-B93F-360C24883C25}" destId="{0255D3B2-F8AC-4877-812F-DBD187BBE694}" srcOrd="5" destOrd="0" presId="urn:microsoft.com/office/officeart/2011/layout/CircleProcess"/>
    <dgm:cxn modelId="{93F1ECD3-EE8C-4D5A-8212-206C65C0D5D3}" type="presParOf" srcId="{AA0CA1AD-4A50-4BDF-B93F-360C24883C25}" destId="{E5E1112D-DC10-490F-960B-33A85E50CEE4}" srcOrd="6" destOrd="0" presId="urn:microsoft.com/office/officeart/2011/layout/CircleProcess"/>
    <dgm:cxn modelId="{9615B9BF-9ABE-4F16-B959-BDF578F731AE}" type="presParOf" srcId="{E5E1112D-DC10-490F-960B-33A85E50CEE4}" destId="{DC52FA7F-8B6C-4D45-ADBB-EA73C676E319}" srcOrd="0" destOrd="0" presId="urn:microsoft.com/office/officeart/2011/layout/CircleProcess"/>
    <dgm:cxn modelId="{C658A132-0B4B-4419-B16B-76763F088BFE}" type="presParOf" srcId="{AA0CA1AD-4A50-4BDF-B93F-360C24883C25}" destId="{BAEDB857-FFFB-49E7-94E0-F49E4BB98B3C}" srcOrd="7" destOrd="0" presId="urn:microsoft.com/office/officeart/2011/layout/CircleProcess"/>
    <dgm:cxn modelId="{1E156093-B8E9-4967-B292-806FC4DCCD7C}" type="presParOf" srcId="{BAEDB857-FFFB-49E7-94E0-F49E4BB98B3C}" destId="{BA481B95-EE1D-4649-8955-A4C2FC085BB9}" srcOrd="0" destOrd="0" presId="urn:microsoft.com/office/officeart/2011/layout/CircleProcess"/>
    <dgm:cxn modelId="{3E6DE1B2-3A0C-40E9-A913-D8F96AC0F9B0}" type="presParOf" srcId="{AA0CA1AD-4A50-4BDF-B93F-360C24883C25}" destId="{5CB71BF4-B708-4D0C-9BC1-E95765BFAE86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9619A-868C-4F73-8CD4-ED00A40FC123}">
      <dsp:nvSpPr>
        <dsp:cNvPr id="0" name=""/>
        <dsp:cNvSpPr/>
      </dsp:nvSpPr>
      <dsp:spPr>
        <a:xfrm>
          <a:off x="1590261" y="2800"/>
          <a:ext cx="6230650" cy="134680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💡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Hybrid Pipeline:</a:t>
          </a:r>
          <a:b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Combines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SimCLR (Contrastive Learning)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+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DANN (Domain Adaptation)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56007" y="68546"/>
        <a:ext cx="6099158" cy="1215314"/>
      </dsp:txXfrm>
    </dsp:sp>
    <dsp:sp modelId="{2D62C248-4502-4F74-A853-A19999986549}">
      <dsp:nvSpPr>
        <dsp:cNvPr id="0" name=""/>
        <dsp:cNvSpPr/>
      </dsp:nvSpPr>
      <dsp:spPr>
        <a:xfrm>
          <a:off x="1590261" y="1416947"/>
          <a:ext cx="6279998" cy="1346806"/>
        </a:xfrm>
        <a:prstGeom prst="roundRect">
          <a:avLst/>
        </a:prstGeom>
        <a:solidFill>
          <a:schemeClr val="accent3">
            <a:hueOff val="350959"/>
            <a:satOff val="5126"/>
            <a:lumOff val="-32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🧠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Key Idea:</a:t>
          </a:r>
          <a:b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Learn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disease features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while suppressing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crop-specific biases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56007" y="1482693"/>
        <a:ext cx="6148506" cy="1215314"/>
      </dsp:txXfrm>
    </dsp:sp>
    <dsp:sp modelId="{02DF55BA-F06C-4BC0-96C6-0A61807FE75E}">
      <dsp:nvSpPr>
        <dsp:cNvPr id="0" name=""/>
        <dsp:cNvSpPr/>
      </dsp:nvSpPr>
      <dsp:spPr>
        <a:xfrm>
          <a:off x="1590261" y="2831094"/>
          <a:ext cx="6292643" cy="1346806"/>
        </a:xfrm>
        <a:prstGeom prst="roundRect">
          <a:avLst/>
        </a:prstGeom>
        <a:solidFill>
          <a:schemeClr val="accent3">
            <a:hueOff val="701918"/>
            <a:satOff val="10252"/>
            <a:lumOff val="-65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📈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Benefits:</a:t>
          </a:r>
          <a:b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Low crop leakage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embeddings</a:t>
          </a:r>
          <a:b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Strong disease separability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56007" y="2896840"/>
        <a:ext cx="6161151" cy="1215314"/>
      </dsp:txXfrm>
    </dsp:sp>
    <dsp:sp modelId="{D07BDAFA-B5D9-4ECB-BBB2-7B85F6D05C4C}">
      <dsp:nvSpPr>
        <dsp:cNvPr id="0" name=""/>
        <dsp:cNvSpPr/>
      </dsp:nvSpPr>
      <dsp:spPr>
        <a:xfrm>
          <a:off x="1590261" y="4245241"/>
          <a:ext cx="6312533" cy="1346806"/>
        </a:xfrm>
        <a:prstGeom prst="roundRect">
          <a:avLst/>
        </a:prstGeom>
        <a:solidFill>
          <a:schemeClr val="accent3">
            <a:hueOff val="1052877"/>
            <a:satOff val="15378"/>
            <a:lumOff val="-98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🚀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Outcome:</a:t>
          </a:r>
          <a:b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→ </a:t>
          </a: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Better generalization across crops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— ideal for real-world plant diagnostics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56007" y="4310987"/>
        <a:ext cx="6181041" cy="12153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4AD30-0644-460B-8AF9-CE2D21FE81B4}">
      <dsp:nvSpPr>
        <dsp:cNvPr id="0" name=""/>
        <dsp:cNvSpPr/>
      </dsp:nvSpPr>
      <dsp:spPr>
        <a:xfrm>
          <a:off x="1086437" y="789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Crop-specific visual bias in disease features</a:t>
          </a:r>
        </a:p>
      </dsp:txBody>
      <dsp:txXfrm>
        <a:off x="1086437" y="789"/>
        <a:ext cx="2349374" cy="1409624"/>
      </dsp:txXfrm>
    </dsp:sp>
    <dsp:sp modelId="{AE8EE77F-E713-48B2-AF33-CF3A8ED8FC32}">
      <dsp:nvSpPr>
        <dsp:cNvPr id="0" name=""/>
        <dsp:cNvSpPr/>
      </dsp:nvSpPr>
      <dsp:spPr>
        <a:xfrm>
          <a:off x="3670749" y="789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Overfitting to crop cues instead of disease symptoms</a:t>
          </a:r>
        </a:p>
      </dsp:txBody>
      <dsp:txXfrm>
        <a:off x="3670749" y="789"/>
        <a:ext cx="2349374" cy="1409624"/>
      </dsp:txXfrm>
    </dsp:sp>
    <dsp:sp modelId="{6DE01F1A-766E-45FA-8329-05A46CDE4F18}">
      <dsp:nvSpPr>
        <dsp:cNvPr id="0" name=""/>
        <dsp:cNvSpPr/>
      </dsp:nvSpPr>
      <dsp:spPr>
        <a:xfrm>
          <a:off x="6255061" y="789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Domain shift across different crops</a:t>
          </a:r>
        </a:p>
      </dsp:txBody>
      <dsp:txXfrm>
        <a:off x="6255061" y="789"/>
        <a:ext cx="2349374" cy="1409624"/>
      </dsp:txXfrm>
    </dsp:sp>
    <dsp:sp modelId="{D10B92B9-48E0-4BF5-AE4D-4590413D6A31}">
      <dsp:nvSpPr>
        <dsp:cNvPr id="0" name=""/>
        <dsp:cNvSpPr/>
      </dsp:nvSpPr>
      <dsp:spPr>
        <a:xfrm>
          <a:off x="1086437" y="1645351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Poor generalization of disease features</a:t>
          </a:r>
        </a:p>
      </dsp:txBody>
      <dsp:txXfrm>
        <a:off x="1086437" y="1645351"/>
        <a:ext cx="2349374" cy="1409624"/>
      </dsp:txXfrm>
    </dsp:sp>
    <dsp:sp modelId="{6EA3AB4E-B36B-4495-A448-0D223BE2BBC7}">
      <dsp:nvSpPr>
        <dsp:cNvPr id="0" name=""/>
        <dsp:cNvSpPr/>
      </dsp:nvSpPr>
      <dsp:spPr>
        <a:xfrm>
          <a:off x="3670749" y="1645351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Imbalanced crop-disease distributions</a:t>
          </a:r>
        </a:p>
      </dsp:txBody>
      <dsp:txXfrm>
        <a:off x="3670749" y="1645351"/>
        <a:ext cx="2349374" cy="1409624"/>
      </dsp:txXfrm>
    </dsp:sp>
    <dsp:sp modelId="{5180EA84-693B-47BC-A62B-7AC87C4CCB1A}">
      <dsp:nvSpPr>
        <dsp:cNvPr id="0" name=""/>
        <dsp:cNvSpPr/>
      </dsp:nvSpPr>
      <dsp:spPr>
        <a:xfrm>
          <a:off x="6255061" y="1645351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High intra-class variability in disease appearance</a:t>
          </a:r>
        </a:p>
      </dsp:txBody>
      <dsp:txXfrm>
        <a:off x="6255061" y="1645351"/>
        <a:ext cx="2349374" cy="1409624"/>
      </dsp:txXfrm>
    </dsp:sp>
    <dsp:sp modelId="{16AFC82D-77AD-4CC9-94B3-02287D887F8E}">
      <dsp:nvSpPr>
        <dsp:cNvPr id="0" name=""/>
        <dsp:cNvSpPr/>
      </dsp:nvSpPr>
      <dsp:spPr>
        <a:xfrm>
          <a:off x="2378593" y="3289913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Lack of standard metric to assess crop-invariance</a:t>
          </a:r>
        </a:p>
      </dsp:txBody>
      <dsp:txXfrm>
        <a:off x="2378593" y="3289913"/>
        <a:ext cx="2349374" cy="1409624"/>
      </dsp:txXfrm>
    </dsp:sp>
    <dsp:sp modelId="{572A9E36-D09B-4B0E-84FA-D64AD03AE260}">
      <dsp:nvSpPr>
        <dsp:cNvPr id="0" name=""/>
        <dsp:cNvSpPr/>
      </dsp:nvSpPr>
      <dsp:spPr>
        <a:xfrm>
          <a:off x="4962905" y="3289913"/>
          <a:ext cx="2349374" cy="14096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Requires specialized learning strategies (e.g., DANN, SimCLR)</a:t>
          </a:r>
        </a:p>
      </dsp:txBody>
      <dsp:txXfrm>
        <a:off x="4962905" y="3289913"/>
        <a:ext cx="2349374" cy="14096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40A6E-3433-4D7B-88EE-72D90A4262DC}">
      <dsp:nvSpPr>
        <dsp:cNvPr id="0" name=""/>
        <dsp:cNvSpPr/>
      </dsp:nvSpPr>
      <dsp:spPr>
        <a:xfrm>
          <a:off x="0" y="118485"/>
          <a:ext cx="10217227" cy="755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Most models are trained on </a:t>
          </a:r>
          <a:r>
            <a:rPr lang="en-US" sz="1900" b="1" i="0" kern="1200" baseline="0"/>
            <a:t>single-crop datasets</a:t>
          </a:r>
          <a:r>
            <a:rPr lang="en-US" sz="1900" b="0" i="0" kern="1200" baseline="0"/>
            <a:t> under </a:t>
          </a:r>
          <a:r>
            <a:rPr lang="en-US" sz="1900" b="1" i="0" kern="1200" baseline="0"/>
            <a:t>controlled conditions</a:t>
          </a:r>
          <a:r>
            <a:rPr lang="en-US" sz="1900" b="0" i="0" kern="1200" baseline="0"/>
            <a:t>, lacking real-world generalization.</a:t>
          </a:r>
          <a:endParaRPr lang="en-IN" sz="1900" kern="1200"/>
        </a:p>
      </dsp:txBody>
      <dsp:txXfrm>
        <a:off x="36896" y="155381"/>
        <a:ext cx="10143435" cy="682028"/>
      </dsp:txXfrm>
    </dsp:sp>
    <dsp:sp modelId="{7326CC13-25B7-4296-8A6A-3148A7E8DC31}">
      <dsp:nvSpPr>
        <dsp:cNvPr id="0" name=""/>
        <dsp:cNvSpPr/>
      </dsp:nvSpPr>
      <dsp:spPr>
        <a:xfrm>
          <a:off x="0" y="929025"/>
          <a:ext cx="10217227" cy="755820"/>
        </a:xfrm>
        <a:prstGeom prst="roundRect">
          <a:avLst/>
        </a:prstGeom>
        <a:solidFill>
          <a:schemeClr val="accent2">
            <a:hueOff val="-32638"/>
            <a:satOff val="-1886"/>
            <a:lumOff val="258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Traditional metrics</a:t>
          </a:r>
          <a:r>
            <a:rPr lang="en-US" sz="1900" b="0" i="0" kern="1200" baseline="0" dirty="0"/>
            <a:t> (Accuracy, F1-score) are inadequate for measuring </a:t>
          </a:r>
          <a:r>
            <a:rPr lang="en-US" sz="1900" b="1" i="0" kern="1200" baseline="0" dirty="0"/>
            <a:t>domain leakage</a:t>
          </a:r>
          <a:r>
            <a:rPr lang="en-US" sz="1900" b="0" i="0" kern="1200" baseline="0" dirty="0"/>
            <a:t>.</a:t>
          </a:r>
          <a:endParaRPr lang="en-IN" sz="1900" kern="1200" dirty="0"/>
        </a:p>
      </dsp:txBody>
      <dsp:txXfrm>
        <a:off x="36896" y="965921"/>
        <a:ext cx="10143435" cy="682028"/>
      </dsp:txXfrm>
    </dsp:sp>
    <dsp:sp modelId="{CC6E4193-3E7E-47C1-8778-CF49FDC18708}">
      <dsp:nvSpPr>
        <dsp:cNvPr id="0" name=""/>
        <dsp:cNvSpPr/>
      </dsp:nvSpPr>
      <dsp:spPr>
        <a:xfrm>
          <a:off x="0" y="1739565"/>
          <a:ext cx="10217227" cy="755820"/>
        </a:xfrm>
        <a:prstGeom prst="roundRect">
          <a:avLst/>
        </a:prstGeom>
        <a:solidFill>
          <a:schemeClr val="accent2">
            <a:hueOff val="-65276"/>
            <a:satOff val="-3773"/>
            <a:lumOff val="517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Visualization tools</a:t>
          </a:r>
          <a:r>
            <a:rPr lang="en-US" sz="1900" b="0" i="0" kern="1200" baseline="0" dirty="0"/>
            <a:t> like UMAP are used qualitatively but </a:t>
          </a:r>
          <a:r>
            <a:rPr lang="en-US" sz="1900" b="1" i="0" kern="1200" baseline="0" dirty="0"/>
            <a:t>lack quantitative evaluation</a:t>
          </a:r>
          <a:r>
            <a:rPr lang="en-US" sz="1900" b="0" i="0" kern="1200" baseline="0" dirty="0"/>
            <a:t>.</a:t>
          </a:r>
          <a:endParaRPr lang="en-IN" sz="1900" kern="1200" dirty="0"/>
        </a:p>
      </dsp:txBody>
      <dsp:txXfrm>
        <a:off x="36896" y="1776461"/>
        <a:ext cx="10143435" cy="682028"/>
      </dsp:txXfrm>
    </dsp:sp>
    <dsp:sp modelId="{6494A232-DDC7-48FA-8747-034C06428738}">
      <dsp:nvSpPr>
        <dsp:cNvPr id="0" name=""/>
        <dsp:cNvSpPr/>
      </dsp:nvSpPr>
      <dsp:spPr>
        <a:xfrm>
          <a:off x="0" y="2550105"/>
          <a:ext cx="10217227" cy="755820"/>
        </a:xfrm>
        <a:prstGeom prst="roundRect">
          <a:avLst/>
        </a:prstGeom>
        <a:solidFill>
          <a:schemeClr val="accent2">
            <a:hueOff val="-97914"/>
            <a:satOff val="-5659"/>
            <a:lumOff val="776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No standardized </a:t>
          </a:r>
          <a:r>
            <a:rPr lang="en-US" sz="1900" b="1" i="0" kern="1200" baseline="0"/>
            <a:t>Crop Invariance Score (CIS)</a:t>
          </a:r>
          <a:r>
            <a:rPr lang="en-US" sz="1900" b="0" i="0" kern="1200" baseline="0"/>
            <a:t> to measure generalization across crops.</a:t>
          </a:r>
          <a:endParaRPr lang="en-IN" sz="1900" kern="1200"/>
        </a:p>
      </dsp:txBody>
      <dsp:txXfrm>
        <a:off x="36896" y="2587001"/>
        <a:ext cx="10143435" cy="682028"/>
      </dsp:txXfrm>
    </dsp:sp>
    <dsp:sp modelId="{0CBECE62-C696-467A-ABA4-2A5C20249F18}">
      <dsp:nvSpPr>
        <dsp:cNvPr id="0" name=""/>
        <dsp:cNvSpPr/>
      </dsp:nvSpPr>
      <dsp:spPr>
        <a:xfrm>
          <a:off x="0" y="3360645"/>
          <a:ext cx="10217227" cy="755820"/>
        </a:xfrm>
        <a:prstGeom prst="roundRect">
          <a:avLst/>
        </a:prstGeom>
        <a:solidFill>
          <a:schemeClr val="accent2">
            <a:hueOff val="-130552"/>
            <a:satOff val="-7546"/>
            <a:lumOff val="1035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Few works explore </a:t>
          </a:r>
          <a:r>
            <a:rPr lang="en-US" sz="1900" b="1" i="0" kern="1200" baseline="0"/>
            <a:t>self-supervised learning</a:t>
          </a:r>
          <a:r>
            <a:rPr lang="en-US" sz="1900" b="0" i="0" kern="1200" baseline="0"/>
            <a:t> (SimCLR) combined with </a:t>
          </a:r>
          <a:r>
            <a:rPr lang="en-US" sz="1900" b="1" i="0" kern="1200" baseline="0"/>
            <a:t>domain-adversarial training</a:t>
          </a:r>
          <a:r>
            <a:rPr lang="en-US" sz="1900" b="0" i="0" kern="1200" baseline="0"/>
            <a:t> (DANN).</a:t>
          </a:r>
          <a:endParaRPr lang="en-IN" sz="1900" kern="1200"/>
        </a:p>
      </dsp:txBody>
      <dsp:txXfrm>
        <a:off x="36896" y="3397541"/>
        <a:ext cx="10143435" cy="682028"/>
      </dsp:txXfrm>
    </dsp:sp>
    <dsp:sp modelId="{D7B28EA1-6B82-4369-8C0A-982C3A96C016}">
      <dsp:nvSpPr>
        <dsp:cNvPr id="0" name=""/>
        <dsp:cNvSpPr/>
      </dsp:nvSpPr>
      <dsp:spPr>
        <a:xfrm>
          <a:off x="0" y="4171185"/>
          <a:ext cx="10217227" cy="755820"/>
        </a:xfrm>
        <a:prstGeom prst="roundRect">
          <a:avLst/>
        </a:prstGeom>
        <a:solidFill>
          <a:schemeClr val="accent2">
            <a:hueOff val="-163190"/>
            <a:satOff val="-9432"/>
            <a:lumOff val="1294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Lightweight and ensemble models improve accuracy but </a:t>
          </a:r>
          <a:r>
            <a:rPr lang="en-US" sz="1900" b="1" i="0" kern="1200" baseline="0"/>
            <a:t>fail to control crop-specific feature entanglement</a:t>
          </a:r>
          <a:r>
            <a:rPr lang="en-US" sz="1900" b="0" i="0" kern="1200" baseline="0"/>
            <a:t>.</a:t>
          </a:r>
          <a:endParaRPr lang="en-IN" sz="1900" kern="1200"/>
        </a:p>
      </dsp:txBody>
      <dsp:txXfrm>
        <a:off x="36896" y="4208081"/>
        <a:ext cx="10143435" cy="6820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2200E-C616-4F87-B523-8E0FA57ECCCC}">
      <dsp:nvSpPr>
        <dsp:cNvPr id="0" name=""/>
        <dsp:cNvSpPr/>
      </dsp:nvSpPr>
      <dsp:spPr>
        <a:xfrm>
          <a:off x="0" y="1617480"/>
          <a:ext cx="1457324" cy="14597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 dirty="0"/>
            <a:t>📦 </a:t>
          </a:r>
          <a:r>
            <a:rPr lang="en-US" sz="1300" b="1" i="0" kern="1200" baseline="0" dirty="0"/>
            <a:t>Dataset Preparation</a:t>
          </a:r>
          <a:endParaRPr lang="en-IN" sz="1300" kern="1200" dirty="0"/>
        </a:p>
      </dsp:txBody>
      <dsp:txXfrm>
        <a:off x="42684" y="1660164"/>
        <a:ext cx="1371956" cy="1374376"/>
      </dsp:txXfrm>
    </dsp:sp>
    <dsp:sp modelId="{912C928A-FE2C-4CE5-A8F4-871BDB99B03D}">
      <dsp:nvSpPr>
        <dsp:cNvPr id="0" name=""/>
        <dsp:cNvSpPr/>
      </dsp:nvSpPr>
      <dsp:spPr>
        <a:xfrm>
          <a:off x="1603057" y="2166644"/>
          <a:ext cx="308952" cy="361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1603057" y="2238927"/>
        <a:ext cx="216266" cy="216850"/>
      </dsp:txXfrm>
    </dsp:sp>
    <dsp:sp modelId="{9376D7B9-A73D-455D-88CD-C493B20ABA4D}">
      <dsp:nvSpPr>
        <dsp:cNvPr id="0" name=""/>
        <dsp:cNvSpPr/>
      </dsp:nvSpPr>
      <dsp:spPr>
        <a:xfrm>
          <a:off x="2040255" y="1617480"/>
          <a:ext cx="1457324" cy="1459744"/>
        </a:xfrm>
        <a:prstGeom prst="roundRect">
          <a:avLst>
            <a:gd name="adj" fmla="val 10000"/>
          </a:avLst>
        </a:prstGeom>
        <a:solidFill>
          <a:schemeClr val="accent3">
            <a:hueOff val="210575"/>
            <a:satOff val="3076"/>
            <a:lumOff val="-19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Structured PlantVillage dataset with Crop → Disease hierarchy</a:t>
          </a:r>
          <a:endParaRPr lang="en-IN" sz="1300" kern="1200"/>
        </a:p>
      </dsp:txBody>
      <dsp:txXfrm>
        <a:off x="2082939" y="1660164"/>
        <a:ext cx="1371956" cy="1374376"/>
      </dsp:txXfrm>
    </dsp:sp>
    <dsp:sp modelId="{A7F9DD1C-8F85-4C00-8EED-3500251F6949}">
      <dsp:nvSpPr>
        <dsp:cNvPr id="0" name=""/>
        <dsp:cNvSpPr/>
      </dsp:nvSpPr>
      <dsp:spPr>
        <a:xfrm>
          <a:off x="3643312" y="2166644"/>
          <a:ext cx="308952" cy="361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63219"/>
            <a:satOff val="3845"/>
            <a:lumOff val="-2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3643312" y="2238927"/>
        <a:ext cx="216266" cy="216850"/>
      </dsp:txXfrm>
    </dsp:sp>
    <dsp:sp modelId="{E67F7F59-5578-4134-ABD7-4E186E7968AB}">
      <dsp:nvSpPr>
        <dsp:cNvPr id="0" name=""/>
        <dsp:cNvSpPr/>
      </dsp:nvSpPr>
      <dsp:spPr>
        <a:xfrm>
          <a:off x="4080510" y="1617480"/>
          <a:ext cx="1457324" cy="1459744"/>
        </a:xfrm>
        <a:prstGeom prst="roundRect">
          <a:avLst>
            <a:gd name="adj" fmla="val 10000"/>
          </a:avLst>
        </a:prstGeom>
        <a:solidFill>
          <a:schemeClr val="accent3">
            <a:hueOff val="421151"/>
            <a:satOff val="6151"/>
            <a:lumOff val="-39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Converted to TFRecord format with crop and disease labels</a:t>
          </a:r>
          <a:endParaRPr lang="en-IN" sz="1300" kern="1200"/>
        </a:p>
      </dsp:txBody>
      <dsp:txXfrm>
        <a:off x="4123194" y="1660164"/>
        <a:ext cx="1371956" cy="1374376"/>
      </dsp:txXfrm>
    </dsp:sp>
    <dsp:sp modelId="{983E6542-9C09-487F-B62B-529ABEEB2FB5}">
      <dsp:nvSpPr>
        <dsp:cNvPr id="0" name=""/>
        <dsp:cNvSpPr/>
      </dsp:nvSpPr>
      <dsp:spPr>
        <a:xfrm>
          <a:off x="5683567" y="2166644"/>
          <a:ext cx="308952" cy="361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526439"/>
            <a:satOff val="7689"/>
            <a:lumOff val="-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5683567" y="2238927"/>
        <a:ext cx="216266" cy="216850"/>
      </dsp:txXfrm>
    </dsp:sp>
    <dsp:sp modelId="{6F0A492C-6D1F-4C89-91EF-DAA3767EC7E8}">
      <dsp:nvSpPr>
        <dsp:cNvPr id="0" name=""/>
        <dsp:cNvSpPr/>
      </dsp:nvSpPr>
      <dsp:spPr>
        <a:xfrm>
          <a:off x="6120765" y="1617480"/>
          <a:ext cx="1457324" cy="1459744"/>
        </a:xfrm>
        <a:prstGeom prst="roundRect">
          <a:avLst>
            <a:gd name="adj" fmla="val 10000"/>
          </a:avLst>
        </a:prstGeom>
        <a:solidFill>
          <a:schemeClr val="accent3">
            <a:hueOff val="631726"/>
            <a:satOff val="9227"/>
            <a:lumOff val="-58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 dirty="0"/>
            <a:t>🧠 </a:t>
          </a:r>
          <a:r>
            <a:rPr lang="en-US" sz="1300" b="1" i="0" kern="1200" baseline="0" dirty="0"/>
            <a:t>Self-Supervised Pretraining (SimCLR)</a:t>
          </a:r>
          <a:endParaRPr lang="en-IN" sz="1300" kern="1200" dirty="0"/>
        </a:p>
      </dsp:txBody>
      <dsp:txXfrm>
        <a:off x="6163449" y="1660164"/>
        <a:ext cx="1371956" cy="1374376"/>
      </dsp:txXfrm>
    </dsp:sp>
    <dsp:sp modelId="{DD81B015-9EB1-46CF-B0B2-B3D5D71A0982}">
      <dsp:nvSpPr>
        <dsp:cNvPr id="0" name=""/>
        <dsp:cNvSpPr/>
      </dsp:nvSpPr>
      <dsp:spPr>
        <a:xfrm>
          <a:off x="7723822" y="2166644"/>
          <a:ext cx="308952" cy="361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789658"/>
            <a:satOff val="11534"/>
            <a:lumOff val="-7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7723822" y="2238927"/>
        <a:ext cx="216266" cy="216850"/>
      </dsp:txXfrm>
    </dsp:sp>
    <dsp:sp modelId="{2DFCB522-8CC5-4951-A5DB-B4F33BCDE76C}">
      <dsp:nvSpPr>
        <dsp:cNvPr id="0" name=""/>
        <dsp:cNvSpPr/>
      </dsp:nvSpPr>
      <dsp:spPr>
        <a:xfrm>
          <a:off x="8161020" y="1617480"/>
          <a:ext cx="1457324" cy="1459744"/>
        </a:xfrm>
        <a:prstGeom prst="roundRect">
          <a:avLst>
            <a:gd name="adj" fmla="val 10000"/>
          </a:avLst>
        </a:prstGeom>
        <a:solidFill>
          <a:schemeClr val="accent3">
            <a:hueOff val="842302"/>
            <a:satOff val="12302"/>
            <a:lumOff val="-78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 dirty="0"/>
            <a:t>Pretrained encoder using </a:t>
          </a:r>
          <a:r>
            <a:rPr lang="en-US" sz="1300" b="1" i="0" kern="1200" baseline="0" dirty="0"/>
            <a:t>SimCLR contrastive learning</a:t>
          </a:r>
          <a:endParaRPr lang="en-IN" sz="1300" kern="1200" dirty="0"/>
        </a:p>
      </dsp:txBody>
      <dsp:txXfrm>
        <a:off x="8203704" y="1660164"/>
        <a:ext cx="1371956" cy="1374376"/>
      </dsp:txXfrm>
    </dsp:sp>
    <dsp:sp modelId="{7B43F0AA-B02D-4CCE-9D93-D7F7FCBE7DF4}">
      <dsp:nvSpPr>
        <dsp:cNvPr id="0" name=""/>
        <dsp:cNvSpPr/>
      </dsp:nvSpPr>
      <dsp:spPr>
        <a:xfrm>
          <a:off x="9764077" y="2166644"/>
          <a:ext cx="308952" cy="361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052877"/>
            <a:satOff val="15378"/>
            <a:lumOff val="-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9764077" y="2238927"/>
        <a:ext cx="216266" cy="216850"/>
      </dsp:txXfrm>
    </dsp:sp>
    <dsp:sp modelId="{AADEDDFC-E2B2-4469-82F5-03E1E2E129FB}">
      <dsp:nvSpPr>
        <dsp:cNvPr id="0" name=""/>
        <dsp:cNvSpPr/>
      </dsp:nvSpPr>
      <dsp:spPr>
        <a:xfrm>
          <a:off x="10201274" y="1617480"/>
          <a:ext cx="1457324" cy="1459744"/>
        </a:xfrm>
        <a:prstGeom prst="roundRect">
          <a:avLst>
            <a:gd name="adj" fmla="val 10000"/>
          </a:avLst>
        </a:prstGeom>
        <a:solidFill>
          <a:schemeClr val="accent3">
            <a:hueOff val="1052877"/>
            <a:satOff val="15378"/>
            <a:lumOff val="-98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Learned general-purpose representations without using crop or disease labels</a:t>
          </a:r>
          <a:endParaRPr lang="en-IN" sz="1300" kern="1200"/>
        </a:p>
      </dsp:txBody>
      <dsp:txXfrm>
        <a:off x="10243958" y="1660164"/>
        <a:ext cx="1371956" cy="1374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74861-76AA-4990-8A9D-8F8FC10E7C5C}">
      <dsp:nvSpPr>
        <dsp:cNvPr id="0" name=""/>
        <dsp:cNvSpPr/>
      </dsp:nvSpPr>
      <dsp:spPr>
        <a:xfrm>
          <a:off x="0" y="1550980"/>
          <a:ext cx="1420053" cy="20067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 dirty="0"/>
            <a:t>🔄 </a:t>
          </a:r>
          <a:r>
            <a:rPr lang="en-US" sz="1300" b="1" i="0" kern="1200" baseline="0" dirty="0"/>
            <a:t>Model Fusion: SimCLR + DANN</a:t>
          </a:r>
          <a:endParaRPr lang="en-IN" sz="1300" kern="1200" dirty="0"/>
        </a:p>
      </dsp:txBody>
      <dsp:txXfrm>
        <a:off x="41592" y="1592572"/>
        <a:ext cx="1336869" cy="1923568"/>
      </dsp:txXfrm>
    </dsp:sp>
    <dsp:sp modelId="{3DFDB862-2E12-4785-8026-47E8D245DF9B}">
      <dsp:nvSpPr>
        <dsp:cNvPr id="0" name=""/>
        <dsp:cNvSpPr/>
      </dsp:nvSpPr>
      <dsp:spPr>
        <a:xfrm>
          <a:off x="1562058" y="2378269"/>
          <a:ext cx="301051" cy="3521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1562058" y="2448704"/>
        <a:ext cx="210736" cy="211303"/>
      </dsp:txXfrm>
    </dsp:sp>
    <dsp:sp modelId="{55C505F8-EEFD-47DF-AD19-4EFAC11E5298}">
      <dsp:nvSpPr>
        <dsp:cNvPr id="0" name=""/>
        <dsp:cNvSpPr/>
      </dsp:nvSpPr>
      <dsp:spPr>
        <a:xfrm>
          <a:off x="1988074" y="1550980"/>
          <a:ext cx="1420053" cy="2006752"/>
        </a:xfrm>
        <a:prstGeom prst="roundRect">
          <a:avLst>
            <a:gd name="adj" fmla="val 10000"/>
          </a:avLst>
        </a:prstGeom>
        <a:solidFill>
          <a:schemeClr val="accent3">
            <a:hueOff val="210575"/>
            <a:satOff val="3076"/>
            <a:lumOff val="-19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SimCLR encoder used as feature extractor</a:t>
          </a:r>
          <a:endParaRPr lang="en-IN" sz="1300" kern="1200"/>
        </a:p>
      </dsp:txBody>
      <dsp:txXfrm>
        <a:off x="2029666" y="1592572"/>
        <a:ext cx="1336869" cy="1923568"/>
      </dsp:txXfrm>
    </dsp:sp>
    <dsp:sp modelId="{5CCDC55B-E3F8-4A1A-BF82-A2645380A13F}">
      <dsp:nvSpPr>
        <dsp:cNvPr id="0" name=""/>
        <dsp:cNvSpPr/>
      </dsp:nvSpPr>
      <dsp:spPr>
        <a:xfrm>
          <a:off x="3550133" y="2378269"/>
          <a:ext cx="301051" cy="3521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63219"/>
            <a:satOff val="3845"/>
            <a:lumOff val="-2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3550133" y="2448704"/>
        <a:ext cx="210736" cy="211303"/>
      </dsp:txXfrm>
    </dsp:sp>
    <dsp:sp modelId="{ECE62352-29D7-4489-9A20-CDF254AF3989}">
      <dsp:nvSpPr>
        <dsp:cNvPr id="0" name=""/>
        <dsp:cNvSpPr/>
      </dsp:nvSpPr>
      <dsp:spPr>
        <a:xfrm>
          <a:off x="3976149" y="1550980"/>
          <a:ext cx="1420053" cy="2006752"/>
        </a:xfrm>
        <a:prstGeom prst="roundRect">
          <a:avLst>
            <a:gd name="adj" fmla="val 10000"/>
          </a:avLst>
        </a:prstGeom>
        <a:solidFill>
          <a:schemeClr val="accent3">
            <a:hueOff val="421151"/>
            <a:satOff val="6151"/>
            <a:lumOff val="-39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Disease Classifier Head</a:t>
          </a:r>
          <a:r>
            <a:rPr lang="en-US" sz="1300" b="0" i="0" kern="1200" baseline="0"/>
            <a:t>: Fully-connected layers to classify disease (softmax)</a:t>
          </a:r>
          <a:endParaRPr lang="en-IN" sz="1300" kern="1200"/>
        </a:p>
      </dsp:txBody>
      <dsp:txXfrm>
        <a:off x="4017741" y="1592572"/>
        <a:ext cx="1336869" cy="1923568"/>
      </dsp:txXfrm>
    </dsp:sp>
    <dsp:sp modelId="{735688ED-36A1-4281-856C-FBB1AC69675F}">
      <dsp:nvSpPr>
        <dsp:cNvPr id="0" name=""/>
        <dsp:cNvSpPr/>
      </dsp:nvSpPr>
      <dsp:spPr>
        <a:xfrm>
          <a:off x="5538207" y="2378269"/>
          <a:ext cx="301051" cy="3521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526439"/>
            <a:satOff val="7689"/>
            <a:lumOff val="-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5538207" y="2448704"/>
        <a:ext cx="210736" cy="211303"/>
      </dsp:txXfrm>
    </dsp:sp>
    <dsp:sp modelId="{F7697A4E-F09B-43C8-B169-6AF67680EB90}">
      <dsp:nvSpPr>
        <dsp:cNvPr id="0" name=""/>
        <dsp:cNvSpPr/>
      </dsp:nvSpPr>
      <dsp:spPr>
        <a:xfrm>
          <a:off x="5964223" y="1550980"/>
          <a:ext cx="1420053" cy="2006752"/>
        </a:xfrm>
        <a:prstGeom prst="roundRect">
          <a:avLst>
            <a:gd name="adj" fmla="val 10000"/>
          </a:avLst>
        </a:prstGeom>
        <a:solidFill>
          <a:schemeClr val="accent3">
            <a:hueOff val="631726"/>
            <a:satOff val="9227"/>
            <a:lumOff val="-58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Domain Classifier Head (Crop)</a:t>
          </a:r>
          <a:r>
            <a:rPr lang="en-US" sz="1300" b="0" i="0" kern="1200" baseline="0"/>
            <a:t>: Connected via </a:t>
          </a:r>
          <a:r>
            <a:rPr lang="en-US" sz="1300" b="1" i="0" kern="1200" baseline="0"/>
            <a:t>Gradient Reversal Layer (GRL)</a:t>
          </a:r>
          <a:r>
            <a:rPr lang="en-US" sz="1300" b="0" i="0" kern="1200" baseline="0"/>
            <a:t> for adversarial crop suppression</a:t>
          </a:r>
          <a:endParaRPr lang="en-IN" sz="1300" kern="1200"/>
        </a:p>
      </dsp:txBody>
      <dsp:txXfrm>
        <a:off x="6005815" y="1592572"/>
        <a:ext cx="1336869" cy="1923568"/>
      </dsp:txXfrm>
    </dsp:sp>
    <dsp:sp modelId="{E91D3A88-59BA-45AD-B2A9-1432625E5194}">
      <dsp:nvSpPr>
        <dsp:cNvPr id="0" name=""/>
        <dsp:cNvSpPr/>
      </dsp:nvSpPr>
      <dsp:spPr>
        <a:xfrm>
          <a:off x="7526282" y="2378269"/>
          <a:ext cx="301051" cy="3521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789658"/>
            <a:satOff val="11534"/>
            <a:lumOff val="-7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7526282" y="2448704"/>
        <a:ext cx="210736" cy="211303"/>
      </dsp:txXfrm>
    </dsp:sp>
    <dsp:sp modelId="{1BBCE186-46A9-426D-ABDA-1554733E4CF5}">
      <dsp:nvSpPr>
        <dsp:cNvPr id="0" name=""/>
        <dsp:cNvSpPr/>
      </dsp:nvSpPr>
      <dsp:spPr>
        <a:xfrm>
          <a:off x="7952298" y="1550980"/>
          <a:ext cx="1420053" cy="2006752"/>
        </a:xfrm>
        <a:prstGeom prst="roundRect">
          <a:avLst>
            <a:gd name="adj" fmla="val 10000"/>
          </a:avLst>
        </a:prstGeom>
        <a:solidFill>
          <a:schemeClr val="accent3">
            <a:hueOff val="842302"/>
            <a:satOff val="12302"/>
            <a:lumOff val="-78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🎯 </a:t>
          </a:r>
          <a:r>
            <a:rPr lang="en-US" sz="1300" b="1" i="0" kern="1200" baseline="0"/>
            <a:t>Training Objective</a:t>
          </a:r>
          <a:endParaRPr lang="en-IN" sz="1300" kern="1200"/>
        </a:p>
      </dsp:txBody>
      <dsp:txXfrm>
        <a:off x="7993890" y="1592572"/>
        <a:ext cx="1336869" cy="1923568"/>
      </dsp:txXfrm>
    </dsp:sp>
    <dsp:sp modelId="{15D3255E-B3FD-460D-A10E-C2BF28E14275}">
      <dsp:nvSpPr>
        <dsp:cNvPr id="0" name=""/>
        <dsp:cNvSpPr/>
      </dsp:nvSpPr>
      <dsp:spPr>
        <a:xfrm>
          <a:off x="9514356" y="2378269"/>
          <a:ext cx="301051" cy="3521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052877"/>
            <a:satOff val="15378"/>
            <a:lumOff val="-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9514356" y="2448704"/>
        <a:ext cx="210736" cy="211303"/>
      </dsp:txXfrm>
    </dsp:sp>
    <dsp:sp modelId="{0C8E1583-B8E9-49E4-8A6E-78903C6710AF}">
      <dsp:nvSpPr>
        <dsp:cNvPr id="0" name=""/>
        <dsp:cNvSpPr/>
      </dsp:nvSpPr>
      <dsp:spPr>
        <a:xfrm>
          <a:off x="9940372" y="1550980"/>
          <a:ext cx="1420053" cy="2006752"/>
        </a:xfrm>
        <a:prstGeom prst="roundRect">
          <a:avLst>
            <a:gd name="adj" fmla="val 10000"/>
          </a:avLst>
        </a:prstGeom>
        <a:solidFill>
          <a:schemeClr val="accent3">
            <a:hueOff val="1052877"/>
            <a:satOff val="15378"/>
            <a:lumOff val="-98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Optimize combined loss:</a:t>
          </a:r>
          <a:br>
            <a:rPr lang="en-US" sz="1300" b="0" i="0" kern="1200" baseline="0"/>
          </a:br>
          <a:r>
            <a:rPr lang="en-US" sz="1300" b="0" i="0" kern="1200" baseline="0"/>
            <a:t>Total Loss = Disease Classification Loss + λ × Crop Adversarial Loss</a:t>
          </a:r>
          <a:endParaRPr lang="en-IN" sz="1300" kern="1200"/>
        </a:p>
      </dsp:txBody>
      <dsp:txXfrm>
        <a:off x="9981964" y="1592572"/>
        <a:ext cx="1336869" cy="1923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6850C-7AD7-482C-87F5-DD28A4932786}">
      <dsp:nvSpPr>
        <dsp:cNvPr id="0" name=""/>
        <dsp:cNvSpPr/>
      </dsp:nvSpPr>
      <dsp:spPr>
        <a:xfrm>
          <a:off x="7203105" y="968471"/>
          <a:ext cx="2565457" cy="25659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99672-FCD3-454F-B361-4A7483EFFEB1}">
      <dsp:nvSpPr>
        <dsp:cNvPr id="0" name=""/>
        <dsp:cNvSpPr/>
      </dsp:nvSpPr>
      <dsp:spPr>
        <a:xfrm>
          <a:off x="7288286" y="1054017"/>
          <a:ext cx="2395095" cy="239484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Enhance disease detection generalization across crops</a:t>
          </a:r>
          <a:endParaRPr lang="en-IN" sz="1800" kern="1200"/>
        </a:p>
      </dsp:txBody>
      <dsp:txXfrm>
        <a:off x="7630681" y="1396202"/>
        <a:ext cx="1710305" cy="1710471"/>
      </dsp:txXfrm>
    </dsp:sp>
    <dsp:sp modelId="{76B701D2-A111-429D-9633-A66A5CF1DCE8}">
      <dsp:nvSpPr>
        <dsp:cNvPr id="0" name=""/>
        <dsp:cNvSpPr/>
      </dsp:nvSpPr>
      <dsp:spPr>
        <a:xfrm rot="2700000">
          <a:off x="4554720" y="971573"/>
          <a:ext cx="2559278" cy="2559278"/>
        </a:xfrm>
        <a:prstGeom prst="teardrop">
          <a:avLst>
            <a:gd name="adj" fmla="val 100000"/>
          </a:avLst>
        </a:prstGeom>
        <a:solidFill>
          <a:schemeClr val="accent3">
            <a:hueOff val="526439"/>
            <a:satOff val="7689"/>
            <a:lumOff val="-49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2BDBE-F5E7-46D4-8E6D-D236CE66C7FB}">
      <dsp:nvSpPr>
        <dsp:cNvPr id="0" name=""/>
        <dsp:cNvSpPr/>
      </dsp:nvSpPr>
      <dsp:spPr>
        <a:xfrm>
          <a:off x="4636812" y="1054017"/>
          <a:ext cx="2395095" cy="239484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526439"/>
              <a:satOff val="7689"/>
              <a:lumOff val="-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Minimize crop bias</a:t>
          </a:r>
          <a:r>
            <a:rPr lang="en-US" sz="1800" b="0" i="0" kern="1200" baseline="0"/>
            <a:t> in learned features</a:t>
          </a:r>
          <a:endParaRPr lang="en-IN" sz="1800" kern="1200"/>
        </a:p>
      </dsp:txBody>
      <dsp:txXfrm>
        <a:off x="4979207" y="1396202"/>
        <a:ext cx="1710305" cy="1710471"/>
      </dsp:txXfrm>
    </dsp:sp>
    <dsp:sp modelId="{DC52FA7F-8B6C-4D45-ADBB-EA73C676E319}">
      <dsp:nvSpPr>
        <dsp:cNvPr id="0" name=""/>
        <dsp:cNvSpPr/>
      </dsp:nvSpPr>
      <dsp:spPr>
        <a:xfrm rot="2700000">
          <a:off x="1903246" y="971573"/>
          <a:ext cx="2559278" cy="2559278"/>
        </a:xfrm>
        <a:prstGeom prst="teardrop">
          <a:avLst>
            <a:gd name="adj" fmla="val 100000"/>
          </a:avLst>
        </a:prstGeom>
        <a:solidFill>
          <a:schemeClr val="accent3">
            <a:hueOff val="1052877"/>
            <a:satOff val="15378"/>
            <a:lumOff val="-98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81B95-EE1D-4649-8955-A4C2FC085BB9}">
      <dsp:nvSpPr>
        <dsp:cNvPr id="0" name=""/>
        <dsp:cNvSpPr/>
      </dsp:nvSpPr>
      <dsp:spPr>
        <a:xfrm>
          <a:off x="1985338" y="1054017"/>
          <a:ext cx="2395095" cy="239484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1052877"/>
              <a:satOff val="15378"/>
              <a:lumOff val="-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📈 </a:t>
          </a:r>
          <a:r>
            <a:rPr lang="en-US" sz="1800" b="1" i="0" kern="1200" baseline="0"/>
            <a:t>Goal</a:t>
          </a:r>
          <a:endParaRPr lang="en-IN" sz="1800" kern="1200"/>
        </a:p>
      </dsp:txBody>
      <dsp:txXfrm>
        <a:off x="2327733" y="1396202"/>
        <a:ext cx="1710305" cy="17104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6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02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9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8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46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0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30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89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7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1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1600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43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0899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642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373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9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0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2E3D-1176-903A-2283-D17763E29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5192" y="464943"/>
            <a:ext cx="8915399" cy="2246769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Crop-Invariant Disease Detection using SimCLR and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C689D-5854-C735-204B-10FDD01DD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5192" y="2799494"/>
            <a:ext cx="7767361" cy="500297"/>
          </a:xfrm>
        </p:spPr>
        <p:txBody>
          <a:bodyPr>
            <a:no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and Domain Adaptation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57EAD-04CF-35FA-F7AC-93E9560AF84B}"/>
              </a:ext>
            </a:extLst>
          </p:cNvPr>
          <p:cNvSpPr txBox="1"/>
          <p:nvPr/>
        </p:nvSpPr>
        <p:spPr>
          <a:xfrm>
            <a:off x="2176670" y="3836504"/>
            <a:ext cx="86569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SRI VATSA 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23MCB1009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M.Tech CSE (Big Data Analytics)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Dr. MONICA K M</a:t>
            </a:r>
          </a:p>
        </p:txBody>
      </p:sp>
    </p:spTree>
    <p:extLst>
      <p:ext uri="{BB962C8B-B14F-4D97-AF65-F5344CB8AC3E}">
        <p14:creationId xmlns:p14="http://schemas.microsoft.com/office/powerpoint/2010/main" val="403547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0C130FCB-A517-1800-D6B0-144E13206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014671"/>
              </p:ext>
            </p:extLst>
          </p:nvPr>
        </p:nvGraphicFramePr>
        <p:xfrm>
          <a:off x="1936943" y="1003852"/>
          <a:ext cx="9493057" cy="5594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215B2A08-D24F-8534-9E94-BD134FF5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943" y="259299"/>
            <a:ext cx="8911687" cy="59546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42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4184E4-CBE2-2852-C5C1-FD11A95B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49360"/>
            <a:ext cx="8911687" cy="128089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Multi-Crop Invariant Disease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CE9EC2-57E3-68AD-C901-1B8916235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481667"/>
              </p:ext>
            </p:extLst>
          </p:nvPr>
        </p:nvGraphicFramePr>
        <p:xfrm>
          <a:off x="1640156" y="1610138"/>
          <a:ext cx="9690873" cy="4700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479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349C-13D5-7E2D-E4F3-40F239F7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87941"/>
            <a:ext cx="8911687" cy="71767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Found In Literature Survey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643AE5-071F-B86B-A16F-CE2A37211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695554"/>
              </p:ext>
            </p:extLst>
          </p:nvPr>
        </p:nvGraphicFramePr>
        <p:xfrm>
          <a:off x="1640156" y="1305614"/>
          <a:ext cx="10217227" cy="5045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9678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43C9-B491-9C6F-6DC9-231BAB2A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2911"/>
            <a:ext cx="8911687" cy="70773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Village Dataset Distribution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429F1F-8554-F2F5-F52B-3C71265C8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367048"/>
              </p:ext>
            </p:extLst>
          </p:nvPr>
        </p:nvGraphicFramePr>
        <p:xfrm>
          <a:off x="1838739" y="1520687"/>
          <a:ext cx="9402419" cy="474440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55983">
                  <a:extLst>
                    <a:ext uri="{9D8B030D-6E8A-4147-A177-3AD203B41FA5}">
                      <a16:colId xmlns:a16="http://schemas.microsoft.com/office/drawing/2014/main" val="207507351"/>
                    </a:ext>
                  </a:extLst>
                </a:gridCol>
                <a:gridCol w="1749287">
                  <a:extLst>
                    <a:ext uri="{9D8B030D-6E8A-4147-A177-3AD203B41FA5}">
                      <a16:colId xmlns:a16="http://schemas.microsoft.com/office/drawing/2014/main" val="1875669601"/>
                    </a:ext>
                  </a:extLst>
                </a:gridCol>
                <a:gridCol w="2004954">
                  <a:extLst>
                    <a:ext uri="{9D8B030D-6E8A-4147-A177-3AD203B41FA5}">
                      <a16:colId xmlns:a16="http://schemas.microsoft.com/office/drawing/2014/main" val="2900673832"/>
                    </a:ext>
                  </a:extLst>
                </a:gridCol>
                <a:gridCol w="1485270">
                  <a:extLst>
                    <a:ext uri="{9D8B030D-6E8A-4147-A177-3AD203B41FA5}">
                      <a16:colId xmlns:a16="http://schemas.microsoft.com/office/drawing/2014/main" val="883660107"/>
                    </a:ext>
                  </a:extLst>
                </a:gridCol>
                <a:gridCol w="1756916">
                  <a:extLst>
                    <a:ext uri="{9D8B030D-6E8A-4147-A177-3AD203B41FA5}">
                      <a16:colId xmlns:a16="http://schemas.microsoft.com/office/drawing/2014/main" val="702381975"/>
                    </a:ext>
                  </a:extLst>
                </a:gridCol>
                <a:gridCol w="1750009">
                  <a:extLst>
                    <a:ext uri="{9D8B030D-6E8A-4147-A177-3AD203B41FA5}">
                      <a16:colId xmlns:a16="http://schemas.microsoft.com/office/drawing/2014/main" val="1333519023"/>
                    </a:ext>
                  </a:extLst>
                </a:gridCol>
              </a:tblGrid>
              <a:tr h="518919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CLASSES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109273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3261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894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490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33520456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Bell Pepper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1764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477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237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6431078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1415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438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667032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Corn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3087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843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424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3055371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3209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949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481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4756589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2273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693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6391109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2083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640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277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6844477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1480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428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8235198"/>
                  </a:ext>
                </a:extLst>
              </a:tr>
              <a:tr h="469498"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13215</a:t>
                      </a:r>
                      <a:endParaRPr lang="en-IN" sz="16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3719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1901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1040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930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05C0-EDCB-C8C2-31D4-BD4E7245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99" y="612790"/>
            <a:ext cx="8911687" cy="70773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69FC723-35C3-A904-8847-451EB71CF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140" y="1320523"/>
            <a:ext cx="9403604" cy="5100124"/>
          </a:xfrm>
        </p:spPr>
      </p:pic>
    </p:spTree>
    <p:extLst>
      <p:ext uri="{BB962C8B-B14F-4D97-AF65-F5344CB8AC3E}">
        <p14:creationId xmlns:p14="http://schemas.microsoft.com/office/powerpoint/2010/main" val="140402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3D55-5A33-EA94-4D74-2ABB9A0AF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1ED-CAD7-47AD-BB05-664C162B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99" y="612790"/>
            <a:ext cx="8911687" cy="70773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D06B43F-8D36-CC7A-38DD-05ADD30FF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354666"/>
              </p:ext>
            </p:extLst>
          </p:nvPr>
        </p:nvGraphicFramePr>
        <p:xfrm>
          <a:off x="288235" y="1550504"/>
          <a:ext cx="11658600" cy="4694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201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99EFBE-90BB-02A5-4479-63D713104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904128"/>
              </p:ext>
            </p:extLst>
          </p:nvPr>
        </p:nvGraphicFramePr>
        <p:xfrm>
          <a:off x="477078" y="1451113"/>
          <a:ext cx="11360426" cy="510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689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AD03EB-C199-0C57-808C-E086C26EEE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947896"/>
              </p:ext>
            </p:extLst>
          </p:nvPr>
        </p:nvGraphicFramePr>
        <p:xfrm>
          <a:off x="525117" y="1177787"/>
          <a:ext cx="11141766" cy="4502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523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F0BD-747F-13C2-9DE8-A6991512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61827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79D3F0-35D2-096A-A59B-C0ED355D2E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424310"/>
              </p:ext>
            </p:extLst>
          </p:nvPr>
        </p:nvGraphicFramePr>
        <p:xfrm>
          <a:off x="1640155" y="1590260"/>
          <a:ext cx="9491671" cy="4643628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966148">
                  <a:extLst>
                    <a:ext uri="{9D8B030D-6E8A-4147-A177-3AD203B41FA5}">
                      <a16:colId xmlns:a16="http://schemas.microsoft.com/office/drawing/2014/main" val="3538654586"/>
                    </a:ext>
                  </a:extLst>
                </a:gridCol>
                <a:gridCol w="1677407">
                  <a:extLst>
                    <a:ext uri="{9D8B030D-6E8A-4147-A177-3AD203B41FA5}">
                      <a16:colId xmlns:a16="http://schemas.microsoft.com/office/drawing/2014/main" val="1903496920"/>
                    </a:ext>
                  </a:extLst>
                </a:gridCol>
                <a:gridCol w="2291093">
                  <a:extLst>
                    <a:ext uri="{9D8B030D-6E8A-4147-A177-3AD203B41FA5}">
                      <a16:colId xmlns:a16="http://schemas.microsoft.com/office/drawing/2014/main" val="3229104818"/>
                    </a:ext>
                  </a:extLst>
                </a:gridCol>
                <a:gridCol w="2557023">
                  <a:extLst>
                    <a:ext uri="{9D8B030D-6E8A-4147-A177-3AD203B41FA5}">
                      <a16:colId xmlns:a16="http://schemas.microsoft.com/office/drawing/2014/main" val="3556275993"/>
                    </a:ext>
                  </a:extLst>
                </a:gridCol>
              </a:tblGrid>
              <a:tr h="1160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Accuracy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Macro F1-score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Invariance Score (%)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26423022"/>
                  </a:ext>
                </a:extLst>
              </a:tr>
              <a:tr h="1160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(Supervised)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1306988"/>
                  </a:ext>
                </a:extLst>
              </a:tr>
              <a:tr h="1160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DANN (Semi-Supervised)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94384505"/>
                  </a:ext>
                </a:extLst>
              </a:tr>
              <a:tr h="1160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SimCLR + DANN (Unsupervised)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5481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9ADA-C6EF-54F3-9340-A07BC7A0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66797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Invariance Score Calculation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4FB3E1-8EFE-03F1-88E4-23C3017BEA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0156" y="1292087"/>
            <a:ext cx="9033242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Freeze the Encoder: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Use the trained model’s encoder (e.g., SimCLR + DANN).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Extract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embeddings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each image in the test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Train a Simple Linear Classifier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On these embeddings, train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label only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This classifier should not learn deep features — only what's already encoded.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Measure Accuracy = CLS (Crop Leakage Score):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If the classifier performs well, the embeddings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 crop cues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High accuracy = More leakage = Bad for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Calculate CIS (Crop Invariance Score):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CIS = 100 - CLS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2799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8F8C-0BD4-3966-9D80-9BBF8E2C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B484-F864-1EB2-B706-A25BC5AC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058"/>
            <a:ext cx="8911687" cy="995968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Manifold Approximation and Projection (UMAP) plots for different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8D961-25EA-CDED-49E3-0E8BAA0C2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550128"/>
            <a:ext cx="8915400" cy="3777622"/>
          </a:xfrm>
        </p:spPr>
        <p:txBody>
          <a:bodyPr/>
          <a:lstStyle/>
          <a:p>
            <a:r>
              <a:rPr lang="en-IN" dirty="0"/>
              <a:t>BASELINE MODEL: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5ED96-355E-B24E-A249-484BCC476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62" y="2083241"/>
            <a:ext cx="5539609" cy="4489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A75FD5-AC1C-5F72-E0CC-2085C6C7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531" y="2123018"/>
            <a:ext cx="5562599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88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3256C-53A4-7EEF-05A7-10E5084D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B86D-A0A9-574D-B3F7-B346ABCE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058"/>
            <a:ext cx="8911687" cy="995968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Manifold Approximation and Projection (UMAP) plots for different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5858-23E3-4466-C3B8-61A2F1B98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550128"/>
            <a:ext cx="10061914" cy="5001814"/>
          </a:xfrm>
        </p:spPr>
        <p:txBody>
          <a:bodyPr/>
          <a:lstStyle/>
          <a:p>
            <a:r>
              <a:rPr lang="en-IN" dirty="0"/>
              <a:t>Domain Adversarial (DANN) MODEL: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CCB12-7561-321E-DA34-6E124775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43" y="1977884"/>
            <a:ext cx="5688696" cy="4651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450961-7E3F-3CC4-1117-0E61EEC9B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8" y="2087397"/>
            <a:ext cx="5580680" cy="446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89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B070-D96A-644E-2052-C27A21C4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14780"/>
            <a:ext cx="8911687" cy="1280890"/>
          </a:xfrm>
        </p:spPr>
        <p:txBody>
          <a:bodyPr/>
          <a:lstStyle/>
          <a:p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Unified Manifold Approximation and Projection (UMAP) plots for different models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2A53-6DEB-BE5D-7429-379EC4AAD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2" y="1696279"/>
            <a:ext cx="10230879" cy="4873486"/>
          </a:xfrm>
        </p:spPr>
        <p:txBody>
          <a:bodyPr/>
          <a:lstStyle/>
          <a:p>
            <a:r>
              <a:rPr lang="en-IN" dirty="0"/>
              <a:t>SimCLR + DANN MODEL: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29F16-DBC7-0CAD-BDB2-FDD560F0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7" t="594" r="10921" b="1314"/>
          <a:stretch/>
        </p:blipFill>
        <p:spPr>
          <a:xfrm>
            <a:off x="1636442" y="2340636"/>
            <a:ext cx="4815069" cy="40025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B76713-EE2E-E32F-4653-CBC7655766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6" t="10986" r="13657" b="4761"/>
          <a:stretch/>
        </p:blipFill>
        <p:spPr bwMode="auto">
          <a:xfrm>
            <a:off x="6451511" y="2594112"/>
            <a:ext cx="5032528" cy="37491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94488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835A-EDFF-C6BC-FDA6-A37D1C75C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04232"/>
            <a:ext cx="8911687" cy="60834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 From Results And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3EC53-42DB-0C1F-D1A9-7B6330F44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321528"/>
            <a:ext cx="8769828" cy="5001814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Better Generalization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❌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 (Supervised)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 disease clusters, but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retains crop bias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at generalization across unseen crops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DANN (Semi-Supervised)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 clusters, but still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leaks crop identity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classifier not effective enough to hide crop signal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CIS: 0%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36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4F7D-ED3C-AD09-F78B-45227469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82972"/>
            <a:ext cx="8911687" cy="727612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 From Results And Visualizations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2409F-4006-5A4C-4D7E-EF55EC311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540189"/>
            <a:ext cx="8915400" cy="3777622"/>
          </a:xfrm>
        </p:spPr>
        <p:txBody>
          <a:bodyPr/>
          <a:lstStyle/>
          <a:p>
            <a:pPr>
              <a:buNone/>
            </a:pPr>
            <a:r>
              <a:rPr lang="en-IN" dirty="0"/>
              <a:t>📌 </a:t>
            </a:r>
            <a:r>
              <a:rPr lang="en-IN" b="1" dirty="0"/>
              <a:t>SimCLR + DANN (Unsupervised Hybrid)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Slightly lower classification metrics (Disease Accuracy ≈ 93.7%)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UMAP:</a:t>
            </a:r>
            <a:r>
              <a:rPr lang="en-IN" dirty="0"/>
              <a:t> Disease embeddings well clustered, </a:t>
            </a:r>
            <a:r>
              <a:rPr lang="en-IN" i="1" dirty="0"/>
              <a:t>but crop features are entangled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✅ </a:t>
            </a:r>
            <a:r>
              <a:rPr lang="en-IN" b="1" dirty="0"/>
              <a:t>CIS: 3.04% → Better generalization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✅ </a:t>
            </a:r>
            <a:r>
              <a:rPr lang="en-IN" i="1" dirty="0"/>
              <a:t>Encoder learns robust, disease-centric features, independent of crop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854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6039-53C1-5C22-CEB0-A6801816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539" y="624110"/>
            <a:ext cx="2440653" cy="60834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8709-6279-825A-4A3C-F7D7ACDD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539" y="1232452"/>
            <a:ext cx="9874595" cy="47430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(Supervised)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best in terms of raw accuracy and F1-score, but it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heavily relies on crop-specific cues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violates crop-invariance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DANN (Semi-Supervised)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strong trade-off — slightly lower accuracy but better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with crop-invariance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reliable model for real-world deployment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SimCLR + DANN (Unsupervised Fusion)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most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crop-invariant behavior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performance is lower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room for improvement in the pretraining setup.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crop-invariant disease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which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SimCLR + DANN fusion is preferred.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152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E312A0-745B-F42B-472A-85846AA1D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12161"/>
            <a:ext cx="8911687" cy="66797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Approval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BB195-EFA9-9E9D-DB8D-8FCD51292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156" y="1358347"/>
            <a:ext cx="9692010" cy="4674705"/>
          </a:xfrm>
        </p:spPr>
      </p:pic>
    </p:spTree>
    <p:extLst>
      <p:ext uri="{BB962C8B-B14F-4D97-AF65-F5344CB8AC3E}">
        <p14:creationId xmlns:p14="http://schemas.microsoft.com/office/powerpoint/2010/main" val="25057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4BB4-4AB4-2D86-2070-66B636CA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843" y="663867"/>
            <a:ext cx="8911687" cy="1280890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9A77-53D6-28C7-D09A-DDB9103E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1417"/>
            <a:ext cx="11270974" cy="5118653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>
                <a:schemeClr val="tx1"/>
              </a:buClr>
              <a:buSzPct val="730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de-DE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Chen, T., Kornblith, S., Norouzi, M., &amp; Hinton, G. (2020). 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 Simple Framework for Contrastive Learning of Visual Representations. </a:t>
            </a:r>
            <a:r>
              <a:rPr lang="en-US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Proceedings of the 37th International Conference on Machine Learning (ICML)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119, 1597–1607.</a:t>
            </a:r>
            <a:endParaRPr lang="en-IN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>
                <a:schemeClr val="tx1"/>
              </a:buClr>
              <a:buSzPct val="730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de-DE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Kumari, R., Singh, P., &amp; Kumar, M. (2023). 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Cross-Domain Adaptation Techniques for Robust Plant Disease Detection: A DANN-CORAL Hybrid Approach. </a:t>
            </a:r>
            <a:r>
              <a:rPr lang="en-US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Expert Systems with Applications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223, 119935. https://doi.org/10.1016/j.eswa.2022.119935</a:t>
            </a:r>
            <a:endParaRPr lang="en-IN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>
                <a:schemeClr val="tx1"/>
              </a:buClr>
              <a:buSzPct val="730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Ghosal, D., Sarkar, R., &amp; Chakraborty, C. (2022). A novel deep learning method for detection and classification of plant diseases. </a:t>
            </a:r>
            <a:r>
              <a:rPr lang="en-US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Artificial Intelligence in Agriculture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6, 37–46. https://doi.org/10.1016/j.aiia.2022.01.001</a:t>
            </a:r>
            <a:endParaRPr lang="en-IN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>
                <a:schemeClr val="tx1"/>
              </a:buClr>
              <a:buSzPct val="730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de-DE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Sivakumar, A., Rani, K. U., &amp; Sridhar, S. (2022). 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An Early and Smart Detection of Corn Plant Leaf Diseases Using IoT and Deep Learning Multi-Models. </a:t>
            </a:r>
            <a:r>
              <a:rPr lang="en-US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Computers and Electronics in Agriculture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200, 107220.</a:t>
            </a:r>
            <a:endParaRPr lang="en-IN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>
                <a:schemeClr val="tx1"/>
              </a:buClr>
              <a:buSzPct val="730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Khan, R., et al. (2023). An efficient adaptive feature selection with deep learning model-based paddy plant leaf disease classification. </a:t>
            </a:r>
            <a:r>
              <a:rPr lang="en-US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Journal of King Saud University – Computer and Information Sciences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35(3), 211–218.</a:t>
            </a:r>
            <a:endParaRPr lang="en-IN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106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A3F4-50B7-A7DC-C798-2B07AACB931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8113" y="1361661"/>
            <a:ext cx="11628783" cy="5227982"/>
          </a:xfrm>
        </p:spPr>
        <p:txBody>
          <a:bodyPr>
            <a:normAutofit/>
          </a:bodyPr>
          <a:lstStyle/>
          <a:p>
            <a:pPr marL="357188" lvl="0" indent="-357188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6"/>
              <a:tabLst>
                <a:tab pos="228600" algn="l"/>
              </a:tabLs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</a:rPr>
              <a:t>Sharma, S., &amp; Sharma, S. (2021). An ultra-lightweight efficient network for image-based plant disease and pest infection detection. Computers and Electronics in Agriculture, 190, 106489.</a:t>
            </a:r>
            <a:endParaRPr lang="en-IN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Times New Roman" panose="02020603050405020304" pitchFamily="18" charset="0"/>
              <a:buAutoNum type="arabicPeriod" startAt="6"/>
              <a:tabLst>
                <a:tab pos="228600" algn="l"/>
              </a:tabLs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</a:rPr>
              <a:t>Yalavarthi, R., et al. (2022). Deep transfer learning-based automated detection of blast disease in paddy crop. Materials Today: Proceedings, 57, 363–368.</a:t>
            </a:r>
            <a:endParaRPr lang="en-IN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Times New Roman" panose="02020603050405020304" pitchFamily="18" charset="0"/>
              <a:buAutoNum type="arabicPeriod" startAt="6"/>
              <a:tabLst>
                <a:tab pos="228600" algn="l"/>
              </a:tabLs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</a:rPr>
              <a:t>Ranjan, S., &amp; Dey, A. (2022). Design and Implementation of FourCropNet – A CNN-Based Model for Plant Disease Classification. ICT Express, 8(2), 203–208.</a:t>
            </a:r>
            <a:endParaRPr lang="en-IN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Times New Roman" panose="02020603050405020304" pitchFamily="18" charset="0"/>
              <a:buAutoNum type="arabicPeriod" startAt="6"/>
              <a:tabLst>
                <a:tab pos="2286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</a:rPr>
              <a:t>Ahmed, S., &amp; Islam, M. (2023). Enhancing plant disease detection through deep learning: A Depthwise CNN with squeeze and excitation integration and residual skip connections. Computers and Electronics in Agriculture, 207, 107695.</a:t>
            </a:r>
            <a:endParaRPr lang="en-IN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Times New Roman" panose="02020603050405020304" pitchFamily="18" charset="0"/>
              <a:buAutoNum type="arabicPeriod" startAt="6"/>
              <a:tabLst>
                <a:tab pos="2286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</a:rPr>
              <a:t>Gao, Y., et al. (2021). Exploiting Domain-Specific Features to Enhance Domain Generalization. Proceedings of the IEEE/CVF International Conference on Computer Vision (ICCV), 4993–5002.</a:t>
            </a:r>
            <a:endParaRPr lang="en-IN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6795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0B2E23-9721-4CA7-8A29-0E1421DD7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13" y="1401417"/>
            <a:ext cx="11628783" cy="5138531"/>
          </a:xfrm>
        </p:spPr>
        <p:txBody>
          <a:bodyPr>
            <a:normAutofit/>
          </a:bodyPr>
          <a:lstStyle/>
          <a:p>
            <a:pPr marL="457200" lvl="0" indent="-4572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1"/>
              <a:tabLst>
                <a:tab pos="228600" algn="l"/>
                <a:tab pos="457200" algn="l"/>
              </a:tabLst>
            </a:pPr>
            <a:r>
              <a:rPr lang="en-US" sz="1900" dirty="0">
                <a:latin typeface="Times New Roman" panose="02020603050405020304" pitchFamily="18" charset="0"/>
                <a:ea typeface="MS Mincho" panose="02020609040205080304" pitchFamily="49" charset="-128"/>
              </a:rPr>
              <a:t>Lin, T., et al. (2021). From Laboratory to Field: Unsupervised Domain Adaptation for Plant Disease Recognition. CVPR Workshops, 11, 123–132.</a:t>
            </a:r>
            <a:endParaRPr lang="en-IN" sz="19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lvl="0" indent="-4572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1"/>
              <a:tabLst>
                <a:tab pos="228600" algn="l"/>
                <a:tab pos="457200" algn="l"/>
              </a:tabLst>
            </a:pPr>
            <a:r>
              <a:rPr lang="en-US" sz="1900" dirty="0">
                <a:latin typeface="Times New Roman" panose="02020603050405020304" pitchFamily="18" charset="0"/>
                <a:ea typeface="MS Mincho" panose="02020609040205080304" pitchFamily="49" charset="-128"/>
              </a:rPr>
              <a:t>Raza, A., et al. (2023). Hybrid Ensemble Learning with CNN and RNN for Multimodal Cotton Plant Disease Detection. Computers in Biology and Medicine, 152, 106335.</a:t>
            </a:r>
            <a:endParaRPr lang="en-IN" sz="19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indent="-457200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1"/>
              <a:tabLst>
                <a:tab pos="228600" algn="l"/>
                <a:tab pos="457200" algn="l"/>
              </a:tabLst>
            </a:pPr>
            <a:r>
              <a:rPr lang="en-US" sz="1900" dirty="0">
                <a:latin typeface="Times New Roman" panose="02020603050405020304" pitchFamily="18" charset="0"/>
                <a:ea typeface="MS Mincho" panose="02020609040205080304" pitchFamily="49" charset="-128"/>
              </a:rPr>
              <a:t>Nayak, R., et al. (2021). Identification of Plant-Leaf Diseases Using CNN and Transfer-Learning Approach. Materials Today: Proceedings, 45, 4608–4614.</a:t>
            </a:r>
            <a:endParaRPr lang="en-IN" sz="19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lvl="0" indent="-457200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1"/>
              <a:tabLst>
                <a:tab pos="228600" algn="l"/>
                <a:tab pos="457200" algn="l"/>
              </a:tabLst>
            </a:pPr>
            <a:r>
              <a:rPr lang="en-US" sz="1900" dirty="0">
                <a:latin typeface="Times New Roman" panose="02020603050405020304" pitchFamily="18" charset="0"/>
                <a:ea typeface="MS Mincho" panose="02020609040205080304" pitchFamily="49" charset="-128"/>
              </a:rPr>
              <a:t> Ali, A., et al. (2022). Innovative Deep Learning Framework for Accurate Plant Disease Detection and Crop Productivity Enhancement. Information Processing in Agriculture, 9(4), 509–519.</a:t>
            </a:r>
            <a:endParaRPr lang="en-IN" sz="19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indent="-457200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1"/>
              <a:tabLst>
                <a:tab pos="228600" algn="l"/>
                <a:tab pos="457200" algn="l"/>
              </a:tabLst>
            </a:pPr>
            <a:r>
              <a:rPr lang="en-US" sz="1900" dirty="0">
                <a:latin typeface="Times New Roman" panose="02020603050405020304" pitchFamily="18" charset="0"/>
                <a:ea typeface="MS Mincho" panose="02020609040205080304" pitchFamily="49" charset="-128"/>
              </a:rPr>
              <a:t>Liu, Y., et al. (2022). Learn Feature Representation from Unlabeled Data using Self-Supervised Learning. International Journal of Computer Vision, 130, 548–565.</a:t>
            </a:r>
            <a:endParaRPr lang="en-IN" sz="19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489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3B52-2D0B-3CEC-2E84-C67A37A0C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99" y="1368286"/>
            <a:ext cx="11395144" cy="5141843"/>
          </a:xfrm>
        </p:spPr>
        <p:txBody>
          <a:bodyPr>
            <a:normAutofit/>
          </a:bodyPr>
          <a:lstStyle/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6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Zhou, H., et al. (2024). Multi-task learning model for agricultural pest detection and classification.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Computers and Electronics in Agriculture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209, 107859.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6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Zhang, L., et al. (2022). Plant leaf disease detection and classification using modified transfer learning models.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Ecological Informatics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69, 101636.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6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Rathod, M., et al. (2021). Plant Leaf Disease Detection Using Ensemble Learning and Explainable AI.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Procedia Computer Science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192, 1259–1268.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6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Ganin, Y., &amp; Lempitsky, V. (2015). Unsupervised Domain Adaptation by Backpropagation.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Proceedings of the 32nd International Conference on Machine Learning (ICML)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37, 1180–1189.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16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Yang, M., et al. (2022). Progressive Domain Adaptation for Object Detection.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Proceedings of the IEEE/CVF Conference on Computer Vision and Pattern Recognition (CVPR)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12300–12310. 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7644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A883-C79F-FE48-9B87-321CFA81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50" y="1540188"/>
            <a:ext cx="11116849" cy="4880489"/>
          </a:xfrm>
        </p:spPr>
        <p:txBody>
          <a:bodyPr/>
          <a:lstStyle/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21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Chakraborty, S., et al. (2023). Reshaping Neuroimaging by Utilizing Transfer Learning and VGG Architecture and Ensemble with DANN Model.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Biomedical Signal Processing and Control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84, 104705.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21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Hu, J., et al. (2023). Self-supervised learning enhanced plant disease image classification with SimCLR.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Computers and Electronics in Agriculture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204, 107453.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21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Ramesh, K., et al. (2023). Self-Supervised Plant Phenotyping by Combining Domain Adaptation with 3D Plant Model Simulations.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IEEE Transactions on Image Processing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32, 1192–1203.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21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Singh, S., et al. (2022). Semantic segmentation for plant leaf disease classification and damage quantification.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Computers and Electronics in Agriculture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191, 106593.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lvl="0" indent="-342900" algn="l">
              <a:lnSpc>
                <a:spcPct val="115000"/>
              </a:lnSpc>
              <a:spcAft>
                <a:spcPts val="1200"/>
              </a:spcAft>
              <a:buClrTx/>
              <a:buSzPct val="70000"/>
              <a:buFont typeface="+mj-lt"/>
              <a:buAutoNum type="arabicPeriod" startAt="21"/>
              <a:tabLst>
                <a:tab pos="228600" algn="l"/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Kumar, N., et al. (2021). Tomato Leaf Disease Detection Using Deep Learning Based Model.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Journal of Ambient Intelligence and Humanized Computing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12, 10457–10468.</a:t>
            </a: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32359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1669</TotalTime>
  <Words>1771</Words>
  <Application>Microsoft Office PowerPoint</Application>
  <PresentationFormat>Widescreen</PresentationFormat>
  <Paragraphs>196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Century Gothic</vt:lpstr>
      <vt:lpstr>Times New Roman</vt:lpstr>
      <vt:lpstr>Wingdings</vt:lpstr>
      <vt:lpstr>Wingdings 3</vt:lpstr>
      <vt:lpstr>Wisp</vt:lpstr>
      <vt:lpstr>Multiple Crop-Invariant Disease Detection using SimCLR and DANN</vt:lpstr>
      <vt:lpstr>ABSTRACT</vt:lpstr>
      <vt:lpstr>Challenges in Multi-Crop Invariant Disease Detection</vt:lpstr>
      <vt:lpstr>Gaps Found In Literature Survey</vt:lpstr>
      <vt:lpstr>Plant Village Dataset Distribution</vt:lpstr>
      <vt:lpstr>Proposed Architecture</vt:lpstr>
      <vt:lpstr>Methodology</vt:lpstr>
      <vt:lpstr>PowerPoint Presentation</vt:lpstr>
      <vt:lpstr>PowerPoint Presentation</vt:lpstr>
      <vt:lpstr>Results</vt:lpstr>
      <vt:lpstr>Crop Invariance Score Calculation</vt:lpstr>
      <vt:lpstr>Unified Manifold Approximation and Projection (UMAP) plots for different models</vt:lpstr>
      <vt:lpstr>Unified Manifold Approximation and Projection (UMAP) plots for different models</vt:lpstr>
      <vt:lpstr>Unified Manifold Approximation and Projection (UMAP) plots for different models</vt:lpstr>
      <vt:lpstr>Inferences From Results And Visualizations</vt:lpstr>
      <vt:lpstr>Inferences From Results And Visualizations</vt:lpstr>
      <vt:lpstr>Conclusion</vt:lpstr>
      <vt:lpstr>Guide Approval</vt:lpstr>
      <vt:lpstr>REFERENCES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VATSA G</dc:creator>
  <cp:lastModifiedBy>SRI VATSA G</cp:lastModifiedBy>
  <cp:revision>94</cp:revision>
  <dcterms:created xsi:type="dcterms:W3CDTF">2025-02-04T11:06:21Z</dcterms:created>
  <dcterms:modified xsi:type="dcterms:W3CDTF">2025-04-30T09:17:50Z</dcterms:modified>
</cp:coreProperties>
</file>